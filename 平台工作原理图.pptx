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蓝色薄片是工单，从左上的进单口进入，沿独立分支这条线走：知识库抽屉里拉出和这张单相关的业务流（最多 3 条）；第一台臂分析、找到代码证据并起草方案，找不到证据就转人工；第二台臂在独立分支上改代码。测试机编译并和原代码基线对比，不过就按诊断再改，最多 3 轮。闸门有 6 项检查：构建失败、诊断认为没解决、改了方案外的文件、改动超过 400 行、删了文件、改了已有测试或受保护文件；任一项成立就转人审，不自动提交。通过的改动提交到独立分支，人验收：通过记成评测用例；不通过记成教训，沿回流带送回知识库，带着原因自动重改，最多 2 次。合入主干由人操作。深灰色的台位是人负责的地方。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智能体在独立分支上改代码，验收和合入主干由人负责</a:t>
            </a:r>
          </a:p>
        </p:txBody>
      </p:sp>
      <p:sp>
        <p:nvSpPr>
          <p:cNvPr id="4" name="Freeform 3"/>
          <p:cNvSpPr/>
          <p:nvPr/>
        </p:nvSpPr>
        <p:spPr>
          <a:xfrm>
            <a:off x="7280542" y="4145877"/>
            <a:ext cx="1518166" cy="1013468"/>
          </a:xfrm>
          <a:custGeom>
            <a:avLst/>
            <a:gdLst/>
            <a:ahLst/>
            <a:cxnLst/>
            <a:rect l="l" t="t" r="r" b="b"/>
            <a:pathLst>
              <a:path w="1518166" h="1013468">
                <a:moveTo>
                  <a:pt x="0" y="136955"/>
                </a:moveTo>
                <a:lnTo>
                  <a:pt x="1518166" y="1013468"/>
                </a:lnTo>
                <a:lnTo>
                  <a:pt x="1518166" y="876513"/>
                </a:lnTo>
                <a:lnTo>
                  <a:pt x="0" y="0"/>
                </a:lnTo>
                <a:close/>
              </a:path>
            </a:pathLst>
          </a:custGeom>
          <a:solidFill>
            <a:srgbClr val="6E7A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798708" y="3981531"/>
            <a:ext cx="1802822" cy="1177814"/>
          </a:xfrm>
          <a:custGeom>
            <a:avLst/>
            <a:gdLst/>
            <a:ahLst/>
            <a:cxnLst/>
            <a:rect l="l" t="t" r="r" b="b"/>
            <a:pathLst>
              <a:path w="1802822" h="1177814">
                <a:moveTo>
                  <a:pt x="1802822" y="136955"/>
                </a:moveTo>
                <a:lnTo>
                  <a:pt x="0" y="1177814"/>
                </a:lnTo>
                <a:lnTo>
                  <a:pt x="0" y="1040859"/>
                </a:lnTo>
                <a:lnTo>
                  <a:pt x="1802822" y="0"/>
                </a:lnTo>
                <a:close/>
              </a:path>
            </a:pathLst>
          </a:custGeom>
          <a:solidFill>
            <a:srgbClr val="5A65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7280542" y="3105017"/>
            <a:ext cx="3320988" cy="1917373"/>
          </a:xfrm>
          <a:custGeom>
            <a:avLst/>
            <a:gdLst/>
            <a:ahLst/>
            <a:cxnLst/>
            <a:rect l="l" t="t" r="r" b="b"/>
            <a:pathLst>
              <a:path w="3320988" h="1917373">
                <a:moveTo>
                  <a:pt x="1802822" y="0"/>
                </a:moveTo>
                <a:lnTo>
                  <a:pt x="3320988" y="876514"/>
                </a:lnTo>
                <a:lnTo>
                  <a:pt x="1518166" y="1917373"/>
                </a:lnTo>
                <a:lnTo>
                  <a:pt x="0" y="1040860"/>
                </a:lnTo>
                <a:close/>
              </a:path>
            </a:pathLst>
          </a:custGeom>
          <a:solidFill>
            <a:srgbClr val="8C9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280542" y="3926748"/>
            <a:ext cx="1518166" cy="1095642"/>
          </a:xfrm>
          <a:custGeom>
            <a:avLst/>
            <a:gdLst/>
            <a:ahLst/>
            <a:cxnLst/>
            <a:rect l="l" t="t" r="r" b="b"/>
            <a:pathLst>
              <a:path w="1518166" h="1095642">
                <a:moveTo>
                  <a:pt x="0" y="219129"/>
                </a:moveTo>
                <a:lnTo>
                  <a:pt x="1518166" y="1095642"/>
                </a:lnTo>
                <a:lnTo>
                  <a:pt x="1518166" y="876514"/>
                </a:lnTo>
                <a:lnTo>
                  <a:pt x="0" y="0"/>
                </a:lnTo>
                <a:close/>
              </a:path>
            </a:pathLst>
          </a:custGeom>
          <a:solidFill>
            <a:srgbClr val="DAD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8798708" y="3762402"/>
            <a:ext cx="1802822" cy="1259988"/>
          </a:xfrm>
          <a:custGeom>
            <a:avLst/>
            <a:gdLst/>
            <a:ahLst/>
            <a:cxnLst/>
            <a:rect l="l" t="t" r="r" b="b"/>
            <a:pathLst>
              <a:path w="1802822" h="1259988">
                <a:moveTo>
                  <a:pt x="1802822" y="219129"/>
                </a:moveTo>
                <a:lnTo>
                  <a:pt x="0" y="1259988"/>
                </a:lnTo>
                <a:lnTo>
                  <a:pt x="0" y="1040860"/>
                </a:lnTo>
                <a:lnTo>
                  <a:pt x="1802822" y="0"/>
                </a:lnTo>
                <a:close/>
              </a:path>
            </a:pathLst>
          </a:custGeom>
          <a:solidFill>
            <a:srgbClr val="C4CB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280542" y="2885889"/>
            <a:ext cx="3320988" cy="1917373"/>
          </a:xfrm>
          <a:custGeom>
            <a:avLst/>
            <a:gdLst/>
            <a:ahLst/>
            <a:cxnLst/>
            <a:rect l="l" t="t" r="r" b="b"/>
            <a:pathLst>
              <a:path w="3320988" h="1917373">
                <a:moveTo>
                  <a:pt x="1802822" y="0"/>
                </a:moveTo>
                <a:lnTo>
                  <a:pt x="3320988" y="876513"/>
                </a:lnTo>
                <a:lnTo>
                  <a:pt x="1518166" y="1917373"/>
                </a:lnTo>
                <a:lnTo>
                  <a:pt x="0" y="1040859"/>
                </a:lnTo>
                <a:close/>
              </a:path>
            </a:pathLst>
          </a:custGeom>
          <a:solidFill>
            <a:srgbClr val="F1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587421" y="3707620"/>
            <a:ext cx="4744268" cy="2876060"/>
          </a:xfrm>
          <a:custGeom>
            <a:avLst/>
            <a:gdLst/>
            <a:ahLst/>
            <a:cxnLst/>
            <a:rect l="l" t="t" r="r" b="b"/>
            <a:pathLst>
              <a:path w="4744268" h="2876060">
                <a:moveTo>
                  <a:pt x="0" y="136955"/>
                </a:moveTo>
                <a:lnTo>
                  <a:pt x="4744268" y="2876060"/>
                </a:lnTo>
                <a:lnTo>
                  <a:pt x="4744268" y="2739104"/>
                </a:lnTo>
                <a:lnTo>
                  <a:pt x="0" y="0"/>
                </a:lnTo>
                <a:close/>
              </a:path>
            </a:pathLst>
          </a:custGeom>
          <a:solidFill>
            <a:srgbClr val="6E7A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6331689" y="5022390"/>
            <a:ext cx="2467019" cy="1561290"/>
          </a:xfrm>
          <a:custGeom>
            <a:avLst/>
            <a:gdLst/>
            <a:ahLst/>
            <a:cxnLst/>
            <a:rect l="l" t="t" r="r" b="b"/>
            <a:pathLst>
              <a:path w="2467019" h="1561290">
                <a:moveTo>
                  <a:pt x="2467019" y="136955"/>
                </a:moveTo>
                <a:lnTo>
                  <a:pt x="0" y="1561290"/>
                </a:lnTo>
                <a:lnTo>
                  <a:pt x="0" y="1424334"/>
                </a:lnTo>
                <a:lnTo>
                  <a:pt x="2467019" y="0"/>
                </a:lnTo>
                <a:close/>
              </a:path>
            </a:pathLst>
          </a:custGeom>
          <a:solidFill>
            <a:srgbClr val="5A65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587421" y="2283286"/>
            <a:ext cx="7211287" cy="4163438"/>
          </a:xfrm>
          <a:custGeom>
            <a:avLst/>
            <a:gdLst/>
            <a:ahLst/>
            <a:cxnLst/>
            <a:rect l="l" t="t" r="r" b="b"/>
            <a:pathLst>
              <a:path w="7211287" h="4163438">
                <a:moveTo>
                  <a:pt x="2467019" y="0"/>
                </a:moveTo>
                <a:lnTo>
                  <a:pt x="7211287" y="2739104"/>
                </a:lnTo>
                <a:lnTo>
                  <a:pt x="4744268" y="4163438"/>
                </a:lnTo>
                <a:lnTo>
                  <a:pt x="0" y="1424334"/>
                </a:lnTo>
                <a:close/>
              </a:path>
            </a:pathLst>
          </a:custGeom>
          <a:solidFill>
            <a:srgbClr val="8C9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587421" y="3488492"/>
            <a:ext cx="4744268" cy="2958232"/>
          </a:xfrm>
          <a:custGeom>
            <a:avLst/>
            <a:gdLst/>
            <a:ahLst/>
            <a:cxnLst/>
            <a:rect l="l" t="t" r="r" b="b"/>
            <a:pathLst>
              <a:path w="4744268" h="2958232">
                <a:moveTo>
                  <a:pt x="0" y="219128"/>
                </a:moveTo>
                <a:lnTo>
                  <a:pt x="4744268" y="2958232"/>
                </a:lnTo>
                <a:lnTo>
                  <a:pt x="4744268" y="2739104"/>
                </a:lnTo>
                <a:lnTo>
                  <a:pt x="0" y="0"/>
                </a:lnTo>
                <a:close/>
              </a:path>
            </a:pathLst>
          </a:custGeom>
          <a:solidFill>
            <a:srgbClr val="DADF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331689" y="4803262"/>
            <a:ext cx="2467019" cy="1643462"/>
          </a:xfrm>
          <a:custGeom>
            <a:avLst/>
            <a:gdLst/>
            <a:ahLst/>
            <a:cxnLst/>
            <a:rect l="l" t="t" r="r" b="b"/>
            <a:pathLst>
              <a:path w="2467019" h="1643462">
                <a:moveTo>
                  <a:pt x="2467019" y="219128"/>
                </a:moveTo>
                <a:lnTo>
                  <a:pt x="0" y="1643462"/>
                </a:lnTo>
                <a:lnTo>
                  <a:pt x="0" y="1424334"/>
                </a:lnTo>
                <a:lnTo>
                  <a:pt x="2467019" y="0"/>
                </a:lnTo>
                <a:close/>
              </a:path>
            </a:pathLst>
          </a:custGeom>
          <a:solidFill>
            <a:srgbClr val="C4CB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587421" y="2064158"/>
            <a:ext cx="7211287" cy="4163438"/>
          </a:xfrm>
          <a:custGeom>
            <a:avLst/>
            <a:gdLst/>
            <a:ahLst/>
            <a:cxnLst/>
            <a:rect l="l" t="t" r="r" b="b"/>
            <a:pathLst>
              <a:path w="7211287" h="4163438">
                <a:moveTo>
                  <a:pt x="2467019" y="0"/>
                </a:moveTo>
                <a:lnTo>
                  <a:pt x="7211287" y="2739104"/>
                </a:lnTo>
                <a:lnTo>
                  <a:pt x="4744268" y="4163438"/>
                </a:lnTo>
                <a:lnTo>
                  <a:pt x="0" y="1424334"/>
                </a:lnTo>
                <a:close/>
              </a:path>
            </a:pathLst>
          </a:custGeom>
          <a:solidFill>
            <a:srgbClr val="F1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547844" y="2955736"/>
            <a:ext cx="199260" cy="297193"/>
          </a:xfrm>
          <a:custGeom>
            <a:avLst/>
            <a:gdLst/>
            <a:ahLst/>
            <a:cxnLst/>
            <a:rect l="l" t="t" r="r" b="b"/>
            <a:pathLst>
              <a:path w="199260" h="297193">
                <a:moveTo>
                  <a:pt x="0" y="182150"/>
                </a:moveTo>
                <a:lnTo>
                  <a:pt x="199260" y="297193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547844" y="2729760"/>
            <a:ext cx="199260" cy="297193"/>
          </a:xfrm>
          <a:custGeom>
            <a:avLst/>
            <a:gdLst/>
            <a:ahLst/>
            <a:cxnLst/>
            <a:rect l="l" t="t" r="r" b="b"/>
            <a:pathLst>
              <a:path w="199260" h="297193">
                <a:moveTo>
                  <a:pt x="0" y="182150"/>
                </a:moveTo>
                <a:lnTo>
                  <a:pt x="199260" y="297193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547844" y="2503784"/>
            <a:ext cx="199260" cy="297193"/>
          </a:xfrm>
          <a:custGeom>
            <a:avLst/>
            <a:gdLst/>
            <a:ahLst/>
            <a:cxnLst/>
            <a:rect l="l" t="t" r="r" b="b"/>
            <a:pathLst>
              <a:path w="199260" h="297193">
                <a:moveTo>
                  <a:pt x="0" y="182150"/>
                </a:moveTo>
                <a:lnTo>
                  <a:pt x="199260" y="297193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547844" y="2277808"/>
            <a:ext cx="199260" cy="297193"/>
          </a:xfrm>
          <a:custGeom>
            <a:avLst/>
            <a:gdLst/>
            <a:ahLst/>
            <a:cxnLst/>
            <a:rect l="l" t="t" r="r" b="b"/>
            <a:pathLst>
              <a:path w="199260" h="297193">
                <a:moveTo>
                  <a:pt x="0" y="182150"/>
                </a:moveTo>
                <a:lnTo>
                  <a:pt x="199260" y="297193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604775" y="3068724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604775" y="2842748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604775" y="2616772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4604775" y="2390796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481425" y="2146331"/>
            <a:ext cx="1280952" cy="1780417"/>
          </a:xfrm>
          <a:custGeom>
            <a:avLst/>
            <a:gdLst/>
            <a:ahLst/>
            <a:cxnLst/>
            <a:rect l="l" t="t" r="r" b="b"/>
            <a:pathLst>
              <a:path w="1280952" h="1780417">
                <a:moveTo>
                  <a:pt x="0" y="1040859"/>
                </a:moveTo>
                <a:lnTo>
                  <a:pt x="1280952" y="1780417"/>
                </a:lnTo>
                <a:lnTo>
                  <a:pt x="1280952" y="739558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762377" y="2502414"/>
            <a:ext cx="664197" cy="1424334"/>
          </a:xfrm>
          <a:custGeom>
            <a:avLst/>
            <a:gdLst/>
            <a:ahLst/>
            <a:cxnLst/>
            <a:rect l="l" t="t" r="r" b="b"/>
            <a:pathLst>
              <a:path w="664197" h="1424334">
                <a:moveTo>
                  <a:pt x="664197" y="1040860"/>
                </a:moveTo>
                <a:lnTo>
                  <a:pt x="0" y="1424334"/>
                </a:lnTo>
                <a:lnTo>
                  <a:pt x="0" y="383475"/>
                </a:lnTo>
                <a:lnTo>
                  <a:pt x="664197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481425" y="1762856"/>
            <a:ext cx="1945149" cy="1123033"/>
          </a:xfrm>
          <a:custGeom>
            <a:avLst/>
            <a:gdLst/>
            <a:ahLst/>
            <a:cxnLst/>
            <a:rect l="l" t="t" r="r" b="b"/>
            <a:pathLst>
              <a:path w="1945149" h="1123033">
                <a:moveTo>
                  <a:pt x="664197" y="0"/>
                </a:moveTo>
                <a:lnTo>
                  <a:pt x="1945149" y="739558"/>
                </a:lnTo>
                <a:lnTo>
                  <a:pt x="1280952" y="1123033"/>
                </a:lnTo>
                <a:lnTo>
                  <a:pt x="0" y="383475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433982" y="2102505"/>
            <a:ext cx="1328395" cy="810775"/>
          </a:xfrm>
          <a:custGeom>
            <a:avLst/>
            <a:gdLst/>
            <a:ahLst/>
            <a:cxnLst/>
            <a:rect l="l" t="t" r="r" b="b"/>
            <a:pathLst>
              <a:path w="1328395" h="810775">
                <a:moveTo>
                  <a:pt x="0" y="43826"/>
                </a:moveTo>
                <a:lnTo>
                  <a:pt x="1328395" y="810775"/>
                </a:lnTo>
                <a:lnTo>
                  <a:pt x="1328395" y="766949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762377" y="2458589"/>
            <a:ext cx="711640" cy="454691"/>
          </a:xfrm>
          <a:custGeom>
            <a:avLst/>
            <a:gdLst/>
            <a:ahLst/>
            <a:cxnLst/>
            <a:rect l="l" t="t" r="r" b="b"/>
            <a:pathLst>
              <a:path w="711640" h="454691">
                <a:moveTo>
                  <a:pt x="711640" y="43825"/>
                </a:moveTo>
                <a:lnTo>
                  <a:pt x="0" y="454691"/>
                </a:lnTo>
                <a:lnTo>
                  <a:pt x="0" y="410865"/>
                </a:lnTo>
                <a:lnTo>
                  <a:pt x="711640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433982" y="1691640"/>
            <a:ext cx="2040035" cy="1177814"/>
          </a:xfrm>
          <a:custGeom>
            <a:avLst/>
            <a:gdLst/>
            <a:ahLst/>
            <a:cxnLst/>
            <a:rect l="l" t="t" r="r" b="b"/>
            <a:pathLst>
              <a:path w="2040035" h="1177814">
                <a:moveTo>
                  <a:pt x="711640" y="0"/>
                </a:moveTo>
                <a:lnTo>
                  <a:pt x="2040035" y="766949"/>
                </a:lnTo>
                <a:lnTo>
                  <a:pt x="1328395" y="1177814"/>
                </a:lnTo>
                <a:lnTo>
                  <a:pt x="0" y="410865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785058" y="3092691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785058" y="2866715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785058" y="2640739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785058" y="2414763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0"/>
                </a:moveTo>
                <a:lnTo>
                  <a:pt x="199259" y="29719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841989" y="3205679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841989" y="2979703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841989" y="2753727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841989" y="2527751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022271" y="3229646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022271" y="3003670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5022271" y="2777694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022271" y="2551718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1"/>
                </a:moveTo>
                <a:lnTo>
                  <a:pt x="199259" y="297193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5079202" y="3342635"/>
            <a:ext cx="85397" cy="71216"/>
          </a:xfrm>
          <a:custGeom>
            <a:avLst/>
            <a:gdLst/>
            <a:ahLst/>
            <a:cxnLst/>
            <a:rect l="l" t="t" r="r" b="b"/>
            <a:pathLst>
              <a:path w="85397" h="71216">
                <a:moveTo>
                  <a:pt x="0" y="21912"/>
                </a:moveTo>
                <a:lnTo>
                  <a:pt x="85397" y="71216"/>
                </a:lnTo>
                <a:lnTo>
                  <a:pt x="85397" y="49303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5079202" y="2890682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079202" y="2664706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251619" y="2913280"/>
            <a:ext cx="664197" cy="876513"/>
          </a:xfrm>
          <a:custGeom>
            <a:avLst/>
            <a:gdLst/>
            <a:ahLst/>
            <a:cxnLst/>
            <a:rect l="l" t="t" r="r" b="b"/>
            <a:pathLst>
              <a:path w="664197" h="876513">
                <a:moveTo>
                  <a:pt x="0" y="493039"/>
                </a:moveTo>
                <a:lnTo>
                  <a:pt x="664197" y="876513"/>
                </a:lnTo>
                <a:lnTo>
                  <a:pt x="664197" y="38347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915816" y="2940671"/>
            <a:ext cx="616755" cy="849122"/>
          </a:xfrm>
          <a:custGeom>
            <a:avLst/>
            <a:gdLst/>
            <a:ahLst/>
            <a:cxnLst/>
            <a:rect l="l" t="t" r="r" b="b"/>
            <a:pathLst>
              <a:path w="616755" h="849122">
                <a:moveTo>
                  <a:pt x="616755" y="493039"/>
                </a:moveTo>
                <a:lnTo>
                  <a:pt x="0" y="849122"/>
                </a:lnTo>
                <a:lnTo>
                  <a:pt x="0" y="356084"/>
                </a:lnTo>
                <a:lnTo>
                  <a:pt x="61675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251619" y="2557196"/>
            <a:ext cx="1280952" cy="739559"/>
          </a:xfrm>
          <a:custGeom>
            <a:avLst/>
            <a:gdLst/>
            <a:ahLst/>
            <a:cxnLst/>
            <a:rect l="l" t="t" r="r" b="b"/>
            <a:pathLst>
              <a:path w="1280952" h="739559">
                <a:moveTo>
                  <a:pt x="616755" y="0"/>
                </a:moveTo>
                <a:lnTo>
                  <a:pt x="1280952" y="383475"/>
                </a:lnTo>
                <a:lnTo>
                  <a:pt x="664197" y="739559"/>
                </a:lnTo>
                <a:lnTo>
                  <a:pt x="0" y="356084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393947" y="2902324"/>
            <a:ext cx="521869" cy="312257"/>
          </a:xfrm>
          <a:custGeom>
            <a:avLst/>
            <a:gdLst/>
            <a:ahLst/>
            <a:cxnLst/>
            <a:rect l="l" t="t" r="r" b="b"/>
            <a:pathLst>
              <a:path w="521869" h="312257">
                <a:moveTo>
                  <a:pt x="0" y="10956"/>
                </a:moveTo>
                <a:lnTo>
                  <a:pt x="521869" y="312257"/>
                </a:lnTo>
                <a:lnTo>
                  <a:pt x="521869" y="301301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915816" y="2929715"/>
            <a:ext cx="474427" cy="284866"/>
          </a:xfrm>
          <a:custGeom>
            <a:avLst/>
            <a:gdLst/>
            <a:ahLst/>
            <a:cxnLst/>
            <a:rect l="l" t="t" r="r" b="b"/>
            <a:pathLst>
              <a:path w="474427" h="284866">
                <a:moveTo>
                  <a:pt x="474427" y="10956"/>
                </a:moveTo>
                <a:lnTo>
                  <a:pt x="0" y="284866"/>
                </a:lnTo>
                <a:lnTo>
                  <a:pt x="0" y="273910"/>
                </a:lnTo>
                <a:lnTo>
                  <a:pt x="474427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2393947" y="2628413"/>
            <a:ext cx="996296" cy="575212"/>
          </a:xfrm>
          <a:custGeom>
            <a:avLst/>
            <a:gdLst/>
            <a:ahLst/>
            <a:cxnLst/>
            <a:rect l="l" t="t" r="r" b="b"/>
            <a:pathLst>
              <a:path w="996296" h="575212">
                <a:moveTo>
                  <a:pt x="474427" y="0"/>
                </a:moveTo>
                <a:lnTo>
                  <a:pt x="996296" y="301302"/>
                </a:lnTo>
                <a:lnTo>
                  <a:pt x="521869" y="575212"/>
                </a:lnTo>
                <a:lnTo>
                  <a:pt x="0" y="273911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2574229" y="2798238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0" y="27391"/>
                </a:moveTo>
                <a:lnTo>
                  <a:pt x="237213" y="164346"/>
                </a:lnTo>
                <a:lnTo>
                  <a:pt x="237213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811442" y="2820150"/>
            <a:ext cx="199260" cy="142434"/>
          </a:xfrm>
          <a:custGeom>
            <a:avLst/>
            <a:gdLst/>
            <a:ahLst/>
            <a:cxnLst/>
            <a:rect l="l" t="t" r="r" b="b"/>
            <a:pathLst>
              <a:path w="199260" h="142434">
                <a:moveTo>
                  <a:pt x="199260" y="27391"/>
                </a:moveTo>
                <a:lnTo>
                  <a:pt x="0" y="142434"/>
                </a:lnTo>
                <a:lnTo>
                  <a:pt x="0" y="115043"/>
                </a:lnTo>
                <a:lnTo>
                  <a:pt x="199260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574229" y="2683195"/>
            <a:ext cx="436473" cy="251998"/>
          </a:xfrm>
          <a:custGeom>
            <a:avLst/>
            <a:gdLst/>
            <a:ahLst/>
            <a:cxnLst/>
            <a:rect l="l" t="t" r="r" b="b"/>
            <a:pathLst>
              <a:path w="436473" h="251998">
                <a:moveTo>
                  <a:pt x="199259" y="0"/>
                </a:moveTo>
                <a:lnTo>
                  <a:pt x="436473" y="136955"/>
                </a:lnTo>
                <a:lnTo>
                  <a:pt x="237213" y="251998"/>
                </a:lnTo>
                <a:lnTo>
                  <a:pt x="0" y="115043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640649" y="2727021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0" y="27391"/>
                </a:moveTo>
                <a:lnTo>
                  <a:pt x="237213" y="164346"/>
                </a:lnTo>
                <a:lnTo>
                  <a:pt x="237213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877862" y="2748934"/>
            <a:ext cx="199259" cy="142433"/>
          </a:xfrm>
          <a:custGeom>
            <a:avLst/>
            <a:gdLst/>
            <a:ahLst/>
            <a:cxnLst/>
            <a:rect l="l" t="t" r="r" b="b"/>
            <a:pathLst>
              <a:path w="199259" h="142433">
                <a:moveTo>
                  <a:pt x="199259" y="27391"/>
                </a:moveTo>
                <a:lnTo>
                  <a:pt x="0" y="142433"/>
                </a:lnTo>
                <a:lnTo>
                  <a:pt x="0" y="115042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640649" y="2611978"/>
            <a:ext cx="436472" cy="251998"/>
          </a:xfrm>
          <a:custGeom>
            <a:avLst/>
            <a:gdLst/>
            <a:ahLst/>
            <a:cxnLst/>
            <a:rect l="l" t="t" r="r" b="b"/>
            <a:pathLst>
              <a:path w="436472" h="251998">
                <a:moveTo>
                  <a:pt x="199259" y="0"/>
                </a:moveTo>
                <a:lnTo>
                  <a:pt x="436472" y="136956"/>
                </a:lnTo>
                <a:lnTo>
                  <a:pt x="237213" y="251998"/>
                </a:lnTo>
                <a:lnTo>
                  <a:pt x="0" y="115043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73859" y="2691413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0" y="27391"/>
                </a:moveTo>
                <a:lnTo>
                  <a:pt x="237213" y="164346"/>
                </a:lnTo>
                <a:lnTo>
                  <a:pt x="237213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911072" y="2713325"/>
            <a:ext cx="199259" cy="142434"/>
          </a:xfrm>
          <a:custGeom>
            <a:avLst/>
            <a:gdLst/>
            <a:ahLst/>
            <a:cxnLst/>
            <a:rect l="l" t="t" r="r" b="b"/>
            <a:pathLst>
              <a:path w="199259" h="142434">
                <a:moveTo>
                  <a:pt x="199259" y="27391"/>
                </a:moveTo>
                <a:lnTo>
                  <a:pt x="0" y="142434"/>
                </a:lnTo>
                <a:lnTo>
                  <a:pt x="0" y="115043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673859" y="2576370"/>
            <a:ext cx="436472" cy="251998"/>
          </a:xfrm>
          <a:custGeom>
            <a:avLst/>
            <a:gdLst/>
            <a:ahLst/>
            <a:cxnLst/>
            <a:rect l="l" t="t" r="r" b="b"/>
            <a:pathLst>
              <a:path w="436472" h="251998">
                <a:moveTo>
                  <a:pt x="199259" y="0"/>
                </a:moveTo>
                <a:lnTo>
                  <a:pt x="436472" y="136955"/>
                </a:lnTo>
                <a:lnTo>
                  <a:pt x="237213" y="251998"/>
                </a:lnTo>
                <a:lnTo>
                  <a:pt x="0" y="115043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607439" y="2762629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0" y="27391"/>
                </a:moveTo>
                <a:lnTo>
                  <a:pt x="237213" y="164346"/>
                </a:lnTo>
                <a:lnTo>
                  <a:pt x="237213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44652" y="2784542"/>
            <a:ext cx="199259" cy="142433"/>
          </a:xfrm>
          <a:custGeom>
            <a:avLst/>
            <a:gdLst/>
            <a:ahLst/>
            <a:cxnLst/>
            <a:rect l="l" t="t" r="r" b="b"/>
            <a:pathLst>
              <a:path w="199259" h="142433">
                <a:moveTo>
                  <a:pt x="199259" y="27391"/>
                </a:moveTo>
                <a:lnTo>
                  <a:pt x="0" y="142433"/>
                </a:lnTo>
                <a:lnTo>
                  <a:pt x="0" y="115042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607439" y="2647587"/>
            <a:ext cx="436472" cy="251997"/>
          </a:xfrm>
          <a:custGeom>
            <a:avLst/>
            <a:gdLst/>
            <a:ahLst/>
            <a:cxnLst/>
            <a:rect l="l" t="t" r="r" b="b"/>
            <a:pathLst>
              <a:path w="436472" h="251997">
                <a:moveTo>
                  <a:pt x="199259" y="0"/>
                </a:moveTo>
                <a:lnTo>
                  <a:pt x="436472" y="136955"/>
                </a:lnTo>
                <a:lnTo>
                  <a:pt x="237213" y="251997"/>
                </a:lnTo>
                <a:lnTo>
                  <a:pt x="0" y="115042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745023" y="2732499"/>
            <a:ext cx="170793" cy="98608"/>
          </a:xfrm>
          <a:custGeom>
            <a:avLst/>
            <a:gdLst/>
            <a:ahLst/>
            <a:cxnLst/>
            <a:rect l="l" t="t" r="r" b="b"/>
            <a:pathLst>
              <a:path w="170793" h="98608">
                <a:moveTo>
                  <a:pt x="18977" y="0"/>
                </a:moveTo>
                <a:lnTo>
                  <a:pt x="170793" y="87651"/>
                </a:lnTo>
                <a:lnTo>
                  <a:pt x="151816" y="9860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697580" y="2759890"/>
            <a:ext cx="113862" cy="65739"/>
          </a:xfrm>
          <a:custGeom>
            <a:avLst/>
            <a:gdLst/>
            <a:ahLst/>
            <a:cxnLst/>
            <a:rect l="l" t="t" r="r" b="b"/>
            <a:pathLst>
              <a:path w="113862" h="65739">
                <a:moveTo>
                  <a:pt x="18977" y="0"/>
                </a:moveTo>
                <a:lnTo>
                  <a:pt x="113862" y="54782"/>
                </a:lnTo>
                <a:lnTo>
                  <a:pt x="94885" y="65739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811442" y="2661282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8977" y="0"/>
                </a:moveTo>
                <a:lnTo>
                  <a:pt x="170794" y="87652"/>
                </a:lnTo>
                <a:lnTo>
                  <a:pt x="151817" y="98608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64000" y="2688673"/>
            <a:ext cx="113862" cy="65739"/>
          </a:xfrm>
          <a:custGeom>
            <a:avLst/>
            <a:gdLst/>
            <a:ahLst/>
            <a:cxnLst/>
            <a:rect l="l" t="t" r="r" b="b"/>
            <a:pathLst>
              <a:path w="113862" h="65739">
                <a:moveTo>
                  <a:pt x="18977" y="0"/>
                </a:moveTo>
                <a:lnTo>
                  <a:pt x="113862" y="54782"/>
                </a:lnTo>
                <a:lnTo>
                  <a:pt x="94885" y="65739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4652" y="2625674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8977" y="0"/>
                </a:moveTo>
                <a:lnTo>
                  <a:pt x="170794" y="87651"/>
                </a:lnTo>
                <a:lnTo>
                  <a:pt x="151817" y="9860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97210" y="2653065"/>
            <a:ext cx="113862" cy="65739"/>
          </a:xfrm>
          <a:custGeom>
            <a:avLst/>
            <a:gdLst/>
            <a:ahLst/>
            <a:cxnLst/>
            <a:rect l="l" t="t" r="r" b="b"/>
            <a:pathLst>
              <a:path w="113862" h="65739">
                <a:moveTo>
                  <a:pt x="18977" y="0"/>
                </a:moveTo>
                <a:lnTo>
                  <a:pt x="113862" y="54782"/>
                </a:lnTo>
                <a:lnTo>
                  <a:pt x="94885" y="65739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778232" y="2696891"/>
            <a:ext cx="170794" cy="98607"/>
          </a:xfrm>
          <a:custGeom>
            <a:avLst/>
            <a:gdLst/>
            <a:ahLst/>
            <a:cxnLst/>
            <a:rect l="l" t="t" r="r" b="b"/>
            <a:pathLst>
              <a:path w="170794" h="98607">
                <a:moveTo>
                  <a:pt x="18978" y="0"/>
                </a:moveTo>
                <a:lnTo>
                  <a:pt x="170794" y="87651"/>
                </a:lnTo>
                <a:lnTo>
                  <a:pt x="151817" y="98607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730790" y="2724282"/>
            <a:ext cx="113862" cy="65738"/>
          </a:xfrm>
          <a:custGeom>
            <a:avLst/>
            <a:gdLst/>
            <a:ahLst/>
            <a:cxnLst/>
            <a:rect l="l" t="t" r="r" b="b"/>
            <a:pathLst>
              <a:path w="113862" h="65738">
                <a:moveTo>
                  <a:pt x="18977" y="0"/>
                </a:moveTo>
                <a:lnTo>
                  <a:pt x="113862" y="54782"/>
                </a:lnTo>
                <a:lnTo>
                  <a:pt x="94885" y="6573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9486627" y="3310450"/>
            <a:ext cx="426984" cy="356084"/>
          </a:xfrm>
          <a:custGeom>
            <a:avLst/>
            <a:gdLst/>
            <a:ahLst/>
            <a:cxnLst/>
            <a:rect l="l" t="t" r="r" b="b"/>
            <a:pathLst>
              <a:path w="426984" h="356084">
                <a:moveTo>
                  <a:pt x="0" y="109564"/>
                </a:moveTo>
                <a:lnTo>
                  <a:pt x="426984" y="356084"/>
                </a:lnTo>
                <a:lnTo>
                  <a:pt x="426984" y="246519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913611" y="3540535"/>
            <a:ext cx="28465" cy="125999"/>
          </a:xfrm>
          <a:custGeom>
            <a:avLst/>
            <a:gdLst/>
            <a:ahLst/>
            <a:cxnLst/>
            <a:rect l="l" t="t" r="r" b="b"/>
            <a:pathLst>
              <a:path w="28465" h="125999">
                <a:moveTo>
                  <a:pt x="28465" y="109564"/>
                </a:moveTo>
                <a:lnTo>
                  <a:pt x="0" y="125999"/>
                </a:lnTo>
                <a:lnTo>
                  <a:pt x="0" y="16434"/>
                </a:lnTo>
                <a:lnTo>
                  <a:pt x="2846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486627" y="3294015"/>
            <a:ext cx="455449" cy="262954"/>
          </a:xfrm>
          <a:custGeom>
            <a:avLst/>
            <a:gdLst/>
            <a:ahLst/>
            <a:cxnLst/>
            <a:rect l="l" t="t" r="r" b="b"/>
            <a:pathLst>
              <a:path w="455449" h="262954">
                <a:moveTo>
                  <a:pt x="28465" y="0"/>
                </a:moveTo>
                <a:lnTo>
                  <a:pt x="455449" y="246520"/>
                </a:lnTo>
                <a:lnTo>
                  <a:pt x="426984" y="262954"/>
                </a:lnTo>
                <a:lnTo>
                  <a:pt x="0" y="16435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259484" y="3366602"/>
            <a:ext cx="199260" cy="297192"/>
          </a:xfrm>
          <a:custGeom>
            <a:avLst/>
            <a:gdLst/>
            <a:ahLst/>
            <a:cxnLst/>
            <a:rect l="l" t="t" r="r" b="b"/>
            <a:pathLst>
              <a:path w="199260" h="297192">
                <a:moveTo>
                  <a:pt x="0" y="182150"/>
                </a:moveTo>
                <a:lnTo>
                  <a:pt x="199260" y="297192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259484" y="3140626"/>
            <a:ext cx="199260" cy="297192"/>
          </a:xfrm>
          <a:custGeom>
            <a:avLst/>
            <a:gdLst/>
            <a:ahLst/>
            <a:cxnLst/>
            <a:rect l="l" t="t" r="r" b="b"/>
            <a:pathLst>
              <a:path w="199260" h="297192">
                <a:moveTo>
                  <a:pt x="0" y="182150"/>
                </a:moveTo>
                <a:lnTo>
                  <a:pt x="199260" y="297192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259484" y="2914650"/>
            <a:ext cx="199260" cy="297192"/>
          </a:xfrm>
          <a:custGeom>
            <a:avLst/>
            <a:gdLst/>
            <a:ahLst/>
            <a:cxnLst/>
            <a:rect l="l" t="t" r="r" b="b"/>
            <a:pathLst>
              <a:path w="199260" h="297192">
                <a:moveTo>
                  <a:pt x="0" y="182150"/>
                </a:moveTo>
                <a:lnTo>
                  <a:pt x="199260" y="297192"/>
                </a:lnTo>
                <a:lnTo>
                  <a:pt x="199260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259484" y="2688673"/>
            <a:ext cx="199260" cy="297193"/>
          </a:xfrm>
          <a:custGeom>
            <a:avLst/>
            <a:gdLst/>
            <a:ahLst/>
            <a:cxnLst/>
            <a:rect l="l" t="t" r="r" b="b"/>
            <a:pathLst>
              <a:path w="199260" h="297193">
                <a:moveTo>
                  <a:pt x="0" y="182151"/>
                </a:moveTo>
                <a:lnTo>
                  <a:pt x="199260" y="297193"/>
                </a:lnTo>
                <a:lnTo>
                  <a:pt x="199260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5316416" y="3479590"/>
            <a:ext cx="85396" cy="71216"/>
          </a:xfrm>
          <a:custGeom>
            <a:avLst/>
            <a:gdLst/>
            <a:ahLst/>
            <a:cxnLst/>
            <a:rect l="l" t="t" r="r" b="b"/>
            <a:pathLst>
              <a:path w="85396" h="71216">
                <a:moveTo>
                  <a:pt x="0" y="21913"/>
                </a:moveTo>
                <a:lnTo>
                  <a:pt x="85396" y="71216"/>
                </a:lnTo>
                <a:lnTo>
                  <a:pt x="85396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316416" y="3253614"/>
            <a:ext cx="85396" cy="71216"/>
          </a:xfrm>
          <a:custGeom>
            <a:avLst/>
            <a:gdLst/>
            <a:ahLst/>
            <a:cxnLst/>
            <a:rect l="l" t="t" r="r" b="b"/>
            <a:pathLst>
              <a:path w="85396" h="71216">
                <a:moveTo>
                  <a:pt x="0" y="21912"/>
                </a:moveTo>
                <a:lnTo>
                  <a:pt x="85396" y="71216"/>
                </a:lnTo>
                <a:lnTo>
                  <a:pt x="85396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316416" y="3027638"/>
            <a:ext cx="85396" cy="71216"/>
          </a:xfrm>
          <a:custGeom>
            <a:avLst/>
            <a:gdLst/>
            <a:ahLst/>
            <a:cxnLst/>
            <a:rect l="l" t="t" r="r" b="b"/>
            <a:pathLst>
              <a:path w="85396" h="71216">
                <a:moveTo>
                  <a:pt x="0" y="21912"/>
                </a:moveTo>
                <a:lnTo>
                  <a:pt x="85396" y="71216"/>
                </a:lnTo>
                <a:lnTo>
                  <a:pt x="85396" y="49303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5316416" y="2801661"/>
            <a:ext cx="85396" cy="71217"/>
          </a:xfrm>
          <a:custGeom>
            <a:avLst/>
            <a:gdLst/>
            <a:ahLst/>
            <a:cxnLst/>
            <a:rect l="l" t="t" r="r" b="b"/>
            <a:pathLst>
              <a:path w="85396" h="71217">
                <a:moveTo>
                  <a:pt x="0" y="21913"/>
                </a:moveTo>
                <a:lnTo>
                  <a:pt x="85396" y="71217"/>
                </a:lnTo>
                <a:lnTo>
                  <a:pt x="85396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4694917" y="3118713"/>
            <a:ext cx="66419" cy="93129"/>
          </a:xfrm>
          <a:custGeom>
            <a:avLst/>
            <a:gdLst/>
            <a:ahLst/>
            <a:cxnLst/>
            <a:rect l="l" t="t" r="r" b="b"/>
            <a:pathLst>
              <a:path w="66419" h="93129">
                <a:moveTo>
                  <a:pt x="0" y="54782"/>
                </a:moveTo>
                <a:lnTo>
                  <a:pt x="66419" y="93129"/>
                </a:lnTo>
                <a:lnTo>
                  <a:pt x="66419" y="38347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4761336" y="2951627"/>
            <a:ext cx="355820" cy="260215"/>
          </a:xfrm>
          <a:custGeom>
            <a:avLst/>
            <a:gdLst/>
            <a:ahLst/>
            <a:cxnLst/>
            <a:rect l="l" t="t" r="r" b="b"/>
            <a:pathLst>
              <a:path w="355820" h="260215">
                <a:moveTo>
                  <a:pt x="355820" y="54782"/>
                </a:moveTo>
                <a:lnTo>
                  <a:pt x="0" y="260215"/>
                </a:lnTo>
                <a:lnTo>
                  <a:pt x="0" y="205433"/>
                </a:lnTo>
                <a:lnTo>
                  <a:pt x="355820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694917" y="2913280"/>
            <a:ext cx="422239" cy="243780"/>
          </a:xfrm>
          <a:custGeom>
            <a:avLst/>
            <a:gdLst/>
            <a:ahLst/>
            <a:cxnLst/>
            <a:rect l="l" t="t" r="r" b="b"/>
            <a:pathLst>
              <a:path w="422239" h="243780">
                <a:moveTo>
                  <a:pt x="355820" y="0"/>
                </a:moveTo>
                <a:lnTo>
                  <a:pt x="422239" y="38347"/>
                </a:lnTo>
                <a:lnTo>
                  <a:pt x="66419" y="243780"/>
                </a:lnTo>
                <a:lnTo>
                  <a:pt x="0" y="205433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9273135" y="3394814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7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8822429" y="3394814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2" y="0"/>
                </a:moveTo>
                <a:lnTo>
                  <a:pt x="308378" y="164347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4889432" y="3074887"/>
            <a:ext cx="28465" cy="60260"/>
          </a:xfrm>
          <a:custGeom>
            <a:avLst/>
            <a:gdLst/>
            <a:ahLst/>
            <a:cxnLst/>
            <a:rect l="l" t="t" r="r" b="b"/>
            <a:pathLst>
              <a:path w="28465" h="60260">
                <a:moveTo>
                  <a:pt x="0" y="43826"/>
                </a:moveTo>
                <a:lnTo>
                  <a:pt x="28465" y="60260"/>
                </a:lnTo>
                <a:lnTo>
                  <a:pt x="28465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4917897" y="2954367"/>
            <a:ext cx="237214" cy="180780"/>
          </a:xfrm>
          <a:custGeom>
            <a:avLst/>
            <a:gdLst/>
            <a:ahLst/>
            <a:cxnLst/>
            <a:rect l="l" t="t" r="r" b="b"/>
            <a:pathLst>
              <a:path w="237214" h="180780">
                <a:moveTo>
                  <a:pt x="237214" y="43825"/>
                </a:moveTo>
                <a:lnTo>
                  <a:pt x="0" y="180780"/>
                </a:lnTo>
                <a:lnTo>
                  <a:pt x="0" y="136955"/>
                </a:lnTo>
                <a:lnTo>
                  <a:pt x="237214" y="0"/>
                </a:lnTo>
                <a:close/>
              </a:path>
            </a:pathLst>
          </a:custGeom>
          <a:solidFill>
            <a:srgbClr val="D2D7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4889432" y="2937932"/>
            <a:ext cx="265679" cy="153390"/>
          </a:xfrm>
          <a:custGeom>
            <a:avLst/>
            <a:gdLst/>
            <a:ahLst/>
            <a:cxnLst/>
            <a:rect l="l" t="t" r="r" b="b"/>
            <a:pathLst>
              <a:path w="265679" h="153390">
                <a:moveTo>
                  <a:pt x="237213" y="0"/>
                </a:moveTo>
                <a:lnTo>
                  <a:pt x="265679" y="16435"/>
                </a:lnTo>
                <a:lnTo>
                  <a:pt x="28465" y="153390"/>
                </a:lnTo>
                <a:lnTo>
                  <a:pt x="0" y="1369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808779" y="3126930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0"/>
                </a:moveTo>
                <a:lnTo>
                  <a:pt x="199259" y="29719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5008038" y="3009149"/>
            <a:ext cx="403263" cy="414974"/>
          </a:xfrm>
          <a:custGeom>
            <a:avLst/>
            <a:gdLst/>
            <a:ahLst/>
            <a:cxnLst/>
            <a:rect l="l" t="t" r="r" b="b"/>
            <a:pathLst>
              <a:path w="403263" h="414974">
                <a:moveTo>
                  <a:pt x="403263" y="182150"/>
                </a:moveTo>
                <a:lnTo>
                  <a:pt x="0" y="414974"/>
                </a:lnTo>
                <a:lnTo>
                  <a:pt x="0" y="232823"/>
                </a:lnTo>
                <a:lnTo>
                  <a:pt x="403263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4808779" y="2894106"/>
            <a:ext cx="602522" cy="347866"/>
          </a:xfrm>
          <a:custGeom>
            <a:avLst/>
            <a:gdLst/>
            <a:ahLst/>
            <a:cxnLst/>
            <a:rect l="l" t="t" r="r" b="b"/>
            <a:pathLst>
              <a:path w="602522" h="347866">
                <a:moveTo>
                  <a:pt x="403263" y="0"/>
                </a:moveTo>
                <a:lnTo>
                  <a:pt x="602522" y="115043"/>
                </a:lnTo>
                <a:lnTo>
                  <a:pt x="199259" y="347866"/>
                </a:lnTo>
                <a:lnTo>
                  <a:pt x="0" y="232824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4946363" y="3107756"/>
            <a:ext cx="28465" cy="60261"/>
          </a:xfrm>
          <a:custGeom>
            <a:avLst/>
            <a:gdLst/>
            <a:ahLst/>
            <a:cxnLst/>
            <a:rect l="l" t="t" r="r" b="b"/>
            <a:pathLst>
              <a:path w="28465" h="60261">
                <a:moveTo>
                  <a:pt x="0" y="43826"/>
                </a:moveTo>
                <a:lnTo>
                  <a:pt x="28465" y="60261"/>
                </a:lnTo>
                <a:lnTo>
                  <a:pt x="28465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4974828" y="2987236"/>
            <a:ext cx="237214" cy="180781"/>
          </a:xfrm>
          <a:custGeom>
            <a:avLst/>
            <a:gdLst/>
            <a:ahLst/>
            <a:cxnLst/>
            <a:rect l="l" t="t" r="r" b="b"/>
            <a:pathLst>
              <a:path w="237214" h="180781">
                <a:moveTo>
                  <a:pt x="237214" y="43825"/>
                </a:moveTo>
                <a:lnTo>
                  <a:pt x="0" y="180781"/>
                </a:lnTo>
                <a:lnTo>
                  <a:pt x="0" y="136955"/>
                </a:lnTo>
                <a:lnTo>
                  <a:pt x="237214" y="0"/>
                </a:lnTo>
                <a:close/>
              </a:path>
            </a:pathLst>
          </a:custGeom>
          <a:solidFill>
            <a:srgbClr val="D2D7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946363" y="2970801"/>
            <a:ext cx="265679" cy="153390"/>
          </a:xfrm>
          <a:custGeom>
            <a:avLst/>
            <a:gdLst/>
            <a:ahLst/>
            <a:cxnLst/>
            <a:rect l="l" t="t" r="r" b="b"/>
            <a:pathLst>
              <a:path w="265679" h="153390">
                <a:moveTo>
                  <a:pt x="237213" y="0"/>
                </a:moveTo>
                <a:lnTo>
                  <a:pt x="265679" y="16435"/>
                </a:lnTo>
                <a:lnTo>
                  <a:pt x="28465" y="153390"/>
                </a:lnTo>
                <a:lnTo>
                  <a:pt x="0" y="1369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9201971" y="3518622"/>
            <a:ext cx="426984" cy="312258"/>
          </a:xfrm>
          <a:custGeom>
            <a:avLst/>
            <a:gdLst/>
            <a:ahLst/>
            <a:cxnLst/>
            <a:rect l="l" t="t" r="r" b="b"/>
            <a:pathLst>
              <a:path w="426984" h="312258">
                <a:moveTo>
                  <a:pt x="0" y="65738"/>
                </a:moveTo>
                <a:lnTo>
                  <a:pt x="426984" y="312258"/>
                </a:lnTo>
                <a:lnTo>
                  <a:pt x="426984" y="246519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9628955" y="3600795"/>
            <a:ext cx="284656" cy="230085"/>
          </a:xfrm>
          <a:custGeom>
            <a:avLst/>
            <a:gdLst/>
            <a:ahLst/>
            <a:cxnLst/>
            <a:rect l="l" t="t" r="r" b="b"/>
            <a:pathLst>
              <a:path w="284656" h="230085">
                <a:moveTo>
                  <a:pt x="284656" y="65739"/>
                </a:moveTo>
                <a:lnTo>
                  <a:pt x="0" y="230085"/>
                </a:lnTo>
                <a:lnTo>
                  <a:pt x="0" y="164346"/>
                </a:lnTo>
                <a:lnTo>
                  <a:pt x="284656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9201971" y="3354276"/>
            <a:ext cx="711640" cy="410865"/>
          </a:xfrm>
          <a:custGeom>
            <a:avLst/>
            <a:gdLst/>
            <a:ahLst/>
            <a:cxnLst/>
            <a:rect l="l" t="t" r="r" b="b"/>
            <a:pathLst>
              <a:path w="711640" h="410865">
                <a:moveTo>
                  <a:pt x="284656" y="0"/>
                </a:moveTo>
                <a:lnTo>
                  <a:pt x="711640" y="246519"/>
                </a:lnTo>
                <a:lnTo>
                  <a:pt x="426984" y="410865"/>
                </a:lnTo>
                <a:lnTo>
                  <a:pt x="0" y="164346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8680101" y="3476988"/>
            <a:ext cx="308378" cy="178041"/>
          </a:xfrm>
          <a:custGeom>
            <a:avLst/>
            <a:gdLst/>
            <a:ahLst/>
            <a:cxnLst/>
            <a:rect l="l" t="t" r="r" b="b"/>
            <a:pathLst>
              <a:path w="308378" h="178041">
                <a:moveTo>
                  <a:pt x="23722" y="0"/>
                </a:moveTo>
                <a:lnTo>
                  <a:pt x="308378" y="164346"/>
                </a:lnTo>
                <a:lnTo>
                  <a:pt x="284656" y="178041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9415463" y="3476988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84656" y="0"/>
                </a:moveTo>
                <a:lnTo>
                  <a:pt x="308377" y="13695"/>
                </a:lnTo>
                <a:lnTo>
                  <a:pt x="23721" y="178041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5003294" y="3140626"/>
            <a:ext cx="28466" cy="60260"/>
          </a:xfrm>
          <a:custGeom>
            <a:avLst/>
            <a:gdLst/>
            <a:ahLst/>
            <a:cxnLst/>
            <a:rect l="l" t="t" r="r" b="b"/>
            <a:pathLst>
              <a:path w="28466" h="60260">
                <a:moveTo>
                  <a:pt x="0" y="43825"/>
                </a:moveTo>
                <a:lnTo>
                  <a:pt x="28466" y="60260"/>
                </a:lnTo>
                <a:lnTo>
                  <a:pt x="28466" y="16434"/>
                </a:lnTo>
                <a:lnTo>
                  <a:pt x="0" y="0"/>
                </a:lnTo>
                <a:close/>
              </a:path>
            </a:pathLst>
          </a:custGeom>
          <a:solidFill>
            <a:srgbClr val="E4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5031760" y="3020105"/>
            <a:ext cx="237213" cy="180781"/>
          </a:xfrm>
          <a:custGeom>
            <a:avLst/>
            <a:gdLst/>
            <a:ahLst/>
            <a:cxnLst/>
            <a:rect l="l" t="t" r="r" b="b"/>
            <a:pathLst>
              <a:path w="237213" h="180781">
                <a:moveTo>
                  <a:pt x="237213" y="43826"/>
                </a:moveTo>
                <a:lnTo>
                  <a:pt x="0" y="180781"/>
                </a:lnTo>
                <a:lnTo>
                  <a:pt x="0" y="136955"/>
                </a:lnTo>
                <a:lnTo>
                  <a:pt x="237213" y="0"/>
                </a:lnTo>
                <a:close/>
              </a:path>
            </a:pathLst>
          </a:custGeom>
          <a:solidFill>
            <a:srgbClr val="D2D7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5003294" y="3003670"/>
            <a:ext cx="265679" cy="153390"/>
          </a:xfrm>
          <a:custGeom>
            <a:avLst/>
            <a:gdLst/>
            <a:ahLst/>
            <a:cxnLst/>
            <a:rect l="l" t="t" r="r" b="b"/>
            <a:pathLst>
              <a:path w="265679" h="153390">
                <a:moveTo>
                  <a:pt x="237213" y="0"/>
                </a:moveTo>
                <a:lnTo>
                  <a:pt x="265679" y="16435"/>
                </a:lnTo>
                <a:lnTo>
                  <a:pt x="28466" y="153390"/>
                </a:lnTo>
                <a:lnTo>
                  <a:pt x="0" y="1369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3153030" y="3504379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84656" y="0"/>
                </a:moveTo>
                <a:lnTo>
                  <a:pt x="308377" y="13695"/>
                </a:lnTo>
                <a:lnTo>
                  <a:pt x="23721" y="178041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5496698" y="3503557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0"/>
                </a:moveTo>
                <a:lnTo>
                  <a:pt x="199259" y="29719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5496698" y="3277581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0"/>
                </a:moveTo>
                <a:lnTo>
                  <a:pt x="199259" y="29719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5496698" y="3051605"/>
            <a:ext cx="199259" cy="297193"/>
          </a:xfrm>
          <a:custGeom>
            <a:avLst/>
            <a:gdLst/>
            <a:ahLst/>
            <a:cxnLst/>
            <a:rect l="l" t="t" r="r" b="b"/>
            <a:pathLst>
              <a:path w="199259" h="297193">
                <a:moveTo>
                  <a:pt x="0" y="182150"/>
                </a:moveTo>
                <a:lnTo>
                  <a:pt x="199259" y="29719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5496698" y="2825629"/>
            <a:ext cx="199259" cy="297192"/>
          </a:xfrm>
          <a:custGeom>
            <a:avLst/>
            <a:gdLst/>
            <a:ahLst/>
            <a:cxnLst/>
            <a:rect l="l" t="t" r="r" b="b"/>
            <a:pathLst>
              <a:path w="199259" h="297192">
                <a:moveTo>
                  <a:pt x="0" y="182150"/>
                </a:moveTo>
                <a:lnTo>
                  <a:pt x="199259" y="297192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D3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5553629" y="3616545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553629" y="3390569"/>
            <a:ext cx="85397" cy="71217"/>
          </a:xfrm>
          <a:custGeom>
            <a:avLst/>
            <a:gdLst/>
            <a:ahLst/>
            <a:cxnLst/>
            <a:rect l="l" t="t" r="r" b="b"/>
            <a:pathLst>
              <a:path w="85397" h="71217">
                <a:moveTo>
                  <a:pt x="0" y="21913"/>
                </a:moveTo>
                <a:lnTo>
                  <a:pt x="85397" y="71217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553629" y="3164593"/>
            <a:ext cx="85397" cy="71216"/>
          </a:xfrm>
          <a:custGeom>
            <a:avLst/>
            <a:gdLst/>
            <a:ahLst/>
            <a:cxnLst/>
            <a:rect l="l" t="t" r="r" b="b"/>
            <a:pathLst>
              <a:path w="85397" h="71216">
                <a:moveTo>
                  <a:pt x="0" y="21913"/>
                </a:moveTo>
                <a:lnTo>
                  <a:pt x="85397" y="71216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553629" y="2938617"/>
            <a:ext cx="85397" cy="71216"/>
          </a:xfrm>
          <a:custGeom>
            <a:avLst/>
            <a:gdLst/>
            <a:ahLst/>
            <a:cxnLst/>
            <a:rect l="l" t="t" r="r" b="b"/>
            <a:pathLst>
              <a:path w="85397" h="71216">
                <a:moveTo>
                  <a:pt x="0" y="21912"/>
                </a:moveTo>
                <a:lnTo>
                  <a:pt x="85397" y="71216"/>
                </a:lnTo>
                <a:lnTo>
                  <a:pt x="85397" y="49304"/>
                </a:lnTo>
                <a:lnTo>
                  <a:pt x="0" y="0"/>
                </a:lnTo>
                <a:close/>
              </a:path>
            </a:pathLst>
          </a:custGeom>
          <a:solidFill>
            <a:srgbClr val="7E8A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158232" y="2817411"/>
            <a:ext cx="71164" cy="917600"/>
          </a:xfrm>
          <a:custGeom>
            <a:avLst/>
            <a:gdLst/>
            <a:ahLst/>
            <a:cxnLst/>
            <a:rect l="l" t="t" r="r" b="b"/>
            <a:pathLst>
              <a:path w="71164" h="917600">
                <a:moveTo>
                  <a:pt x="0" y="876514"/>
                </a:moveTo>
                <a:lnTo>
                  <a:pt x="71164" y="917600"/>
                </a:lnTo>
                <a:lnTo>
                  <a:pt x="71164" y="41087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8229396" y="2694152"/>
            <a:ext cx="284656" cy="1040859"/>
          </a:xfrm>
          <a:custGeom>
            <a:avLst/>
            <a:gdLst/>
            <a:ahLst/>
            <a:cxnLst/>
            <a:rect l="l" t="t" r="r" b="b"/>
            <a:pathLst>
              <a:path w="284656" h="1040859">
                <a:moveTo>
                  <a:pt x="284656" y="876513"/>
                </a:moveTo>
                <a:lnTo>
                  <a:pt x="0" y="1040859"/>
                </a:lnTo>
                <a:lnTo>
                  <a:pt x="0" y="164346"/>
                </a:lnTo>
                <a:lnTo>
                  <a:pt x="284656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158232" y="2653065"/>
            <a:ext cx="355820" cy="205433"/>
          </a:xfrm>
          <a:custGeom>
            <a:avLst/>
            <a:gdLst/>
            <a:ahLst/>
            <a:cxnLst/>
            <a:rect l="l" t="t" r="r" b="b"/>
            <a:pathLst>
              <a:path w="355820" h="205433">
                <a:moveTo>
                  <a:pt x="284656" y="0"/>
                </a:moveTo>
                <a:lnTo>
                  <a:pt x="355820" y="41087"/>
                </a:lnTo>
                <a:lnTo>
                  <a:pt x="71164" y="205433"/>
                </a:lnTo>
                <a:lnTo>
                  <a:pt x="0" y="164346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537773" y="3559161"/>
            <a:ext cx="308378" cy="178041"/>
          </a:xfrm>
          <a:custGeom>
            <a:avLst/>
            <a:gdLst/>
            <a:ahLst/>
            <a:cxnLst/>
            <a:rect l="l" t="t" r="r" b="b"/>
            <a:pathLst>
              <a:path w="308378" h="178041">
                <a:moveTo>
                  <a:pt x="23722" y="0"/>
                </a:moveTo>
                <a:lnTo>
                  <a:pt x="308378" y="164346"/>
                </a:lnTo>
                <a:lnTo>
                  <a:pt x="284656" y="178041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9557791" y="3559161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84656" y="0"/>
                </a:moveTo>
                <a:lnTo>
                  <a:pt x="308377" y="13695"/>
                </a:lnTo>
                <a:lnTo>
                  <a:pt x="23721" y="178041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295358" y="3586552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5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4552589" y="2844802"/>
            <a:ext cx="142328" cy="958687"/>
          </a:xfrm>
          <a:custGeom>
            <a:avLst/>
            <a:gdLst/>
            <a:ahLst/>
            <a:cxnLst/>
            <a:rect l="l" t="t" r="r" b="b"/>
            <a:pathLst>
              <a:path w="142328" h="958687">
                <a:moveTo>
                  <a:pt x="0" y="876514"/>
                </a:moveTo>
                <a:lnTo>
                  <a:pt x="142328" y="958687"/>
                </a:lnTo>
                <a:lnTo>
                  <a:pt x="142328" y="82173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4694917" y="2844802"/>
            <a:ext cx="142328" cy="958687"/>
          </a:xfrm>
          <a:custGeom>
            <a:avLst/>
            <a:gdLst/>
            <a:ahLst/>
            <a:cxnLst/>
            <a:rect l="l" t="t" r="r" b="b"/>
            <a:pathLst>
              <a:path w="142328" h="958687">
                <a:moveTo>
                  <a:pt x="142328" y="876514"/>
                </a:moveTo>
                <a:lnTo>
                  <a:pt x="0" y="958687"/>
                </a:lnTo>
                <a:lnTo>
                  <a:pt x="0" y="82173"/>
                </a:lnTo>
                <a:lnTo>
                  <a:pt x="142328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52589" y="2762629"/>
            <a:ext cx="284656" cy="164346"/>
          </a:xfrm>
          <a:custGeom>
            <a:avLst/>
            <a:gdLst/>
            <a:ahLst/>
            <a:cxnLst/>
            <a:rect l="l" t="t" r="r" b="b"/>
            <a:pathLst>
              <a:path w="284656" h="164346">
                <a:moveTo>
                  <a:pt x="142328" y="0"/>
                </a:moveTo>
                <a:lnTo>
                  <a:pt x="284656" y="82173"/>
                </a:lnTo>
                <a:lnTo>
                  <a:pt x="142328" y="164346"/>
                </a:lnTo>
                <a:lnTo>
                  <a:pt x="0" y="82173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9420207" y="3556969"/>
            <a:ext cx="237213" cy="164347"/>
          </a:xfrm>
          <a:custGeom>
            <a:avLst/>
            <a:gdLst/>
            <a:ahLst/>
            <a:cxnLst/>
            <a:rect l="l" t="t" r="r" b="b"/>
            <a:pathLst>
              <a:path w="237213" h="164347">
                <a:moveTo>
                  <a:pt x="0" y="27391"/>
                </a:moveTo>
                <a:lnTo>
                  <a:pt x="237213" y="164347"/>
                </a:lnTo>
                <a:lnTo>
                  <a:pt x="237213" y="136956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9657420" y="3578882"/>
            <a:ext cx="199260" cy="142434"/>
          </a:xfrm>
          <a:custGeom>
            <a:avLst/>
            <a:gdLst/>
            <a:ahLst/>
            <a:cxnLst/>
            <a:rect l="l" t="t" r="r" b="b"/>
            <a:pathLst>
              <a:path w="199260" h="142434">
                <a:moveTo>
                  <a:pt x="199260" y="27391"/>
                </a:moveTo>
                <a:lnTo>
                  <a:pt x="0" y="142434"/>
                </a:lnTo>
                <a:lnTo>
                  <a:pt x="0" y="115043"/>
                </a:lnTo>
                <a:lnTo>
                  <a:pt x="199260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9420207" y="3441927"/>
            <a:ext cx="436473" cy="251998"/>
          </a:xfrm>
          <a:custGeom>
            <a:avLst/>
            <a:gdLst/>
            <a:ahLst/>
            <a:cxnLst/>
            <a:rect l="l" t="t" r="r" b="b"/>
            <a:pathLst>
              <a:path w="436473" h="251998">
                <a:moveTo>
                  <a:pt x="199259" y="0"/>
                </a:moveTo>
                <a:lnTo>
                  <a:pt x="436473" y="136955"/>
                </a:lnTo>
                <a:lnTo>
                  <a:pt x="237213" y="251998"/>
                </a:lnTo>
                <a:lnTo>
                  <a:pt x="0" y="115042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9591001" y="3491231"/>
            <a:ext cx="170793" cy="98608"/>
          </a:xfrm>
          <a:custGeom>
            <a:avLst/>
            <a:gdLst/>
            <a:ahLst/>
            <a:cxnLst/>
            <a:rect l="l" t="t" r="r" b="b"/>
            <a:pathLst>
              <a:path w="170793" h="98608">
                <a:moveTo>
                  <a:pt x="18977" y="0"/>
                </a:moveTo>
                <a:lnTo>
                  <a:pt x="170793" y="87651"/>
                </a:lnTo>
                <a:lnTo>
                  <a:pt x="151816" y="9860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9543558" y="3518622"/>
            <a:ext cx="113862" cy="65738"/>
          </a:xfrm>
          <a:custGeom>
            <a:avLst/>
            <a:gdLst/>
            <a:ahLst/>
            <a:cxnLst/>
            <a:rect l="l" t="t" r="r" b="b"/>
            <a:pathLst>
              <a:path w="113862" h="65738">
                <a:moveTo>
                  <a:pt x="18977" y="0"/>
                </a:moveTo>
                <a:lnTo>
                  <a:pt x="113862" y="54782"/>
                </a:lnTo>
                <a:lnTo>
                  <a:pt x="94885" y="6573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9486627" y="3540535"/>
            <a:ext cx="142328" cy="82173"/>
          </a:xfrm>
          <a:custGeom>
            <a:avLst/>
            <a:gdLst/>
            <a:ahLst/>
            <a:cxnLst/>
            <a:rect l="l" t="t" r="r" b="b"/>
            <a:pathLst>
              <a:path w="142328" h="82173">
                <a:moveTo>
                  <a:pt x="37954" y="0"/>
                </a:moveTo>
                <a:lnTo>
                  <a:pt x="142328" y="60260"/>
                </a:lnTo>
                <a:lnTo>
                  <a:pt x="104374" y="82173"/>
                </a:lnTo>
                <a:lnTo>
                  <a:pt x="0" y="219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4410261" y="3721316"/>
            <a:ext cx="284656" cy="246519"/>
          </a:xfrm>
          <a:custGeom>
            <a:avLst/>
            <a:gdLst/>
            <a:ahLst/>
            <a:cxnLst/>
            <a:rect l="l" t="t" r="r" b="b"/>
            <a:pathLst>
              <a:path w="284656" h="246519">
                <a:moveTo>
                  <a:pt x="0" y="82173"/>
                </a:moveTo>
                <a:lnTo>
                  <a:pt x="284656" y="246519"/>
                </a:lnTo>
                <a:lnTo>
                  <a:pt x="284656" y="164346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4694917" y="3735011"/>
            <a:ext cx="260934" cy="232824"/>
          </a:xfrm>
          <a:custGeom>
            <a:avLst/>
            <a:gdLst/>
            <a:ahLst/>
            <a:cxnLst/>
            <a:rect l="l" t="t" r="r" b="b"/>
            <a:pathLst>
              <a:path w="260934" h="232824">
                <a:moveTo>
                  <a:pt x="260934" y="82173"/>
                </a:moveTo>
                <a:lnTo>
                  <a:pt x="0" y="232824"/>
                </a:lnTo>
                <a:lnTo>
                  <a:pt x="0" y="150651"/>
                </a:lnTo>
                <a:lnTo>
                  <a:pt x="26093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4410261" y="3570665"/>
            <a:ext cx="545590" cy="314997"/>
          </a:xfrm>
          <a:custGeom>
            <a:avLst/>
            <a:gdLst/>
            <a:ahLst/>
            <a:cxnLst/>
            <a:rect l="l" t="t" r="r" b="b"/>
            <a:pathLst>
              <a:path w="545590" h="314997">
                <a:moveTo>
                  <a:pt x="260934" y="0"/>
                </a:moveTo>
                <a:lnTo>
                  <a:pt x="545590" y="164346"/>
                </a:lnTo>
                <a:lnTo>
                  <a:pt x="284656" y="314997"/>
                </a:lnTo>
                <a:lnTo>
                  <a:pt x="0" y="150651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7698038" y="3565187"/>
            <a:ext cx="94885" cy="109564"/>
          </a:xfrm>
          <a:custGeom>
            <a:avLst/>
            <a:gdLst/>
            <a:ahLst/>
            <a:cxnLst/>
            <a:rect l="l" t="t" r="r" b="b"/>
            <a:pathLst>
              <a:path w="94885" h="109564">
                <a:moveTo>
                  <a:pt x="0" y="54782"/>
                </a:moveTo>
                <a:lnTo>
                  <a:pt x="94885" y="109564"/>
                </a:lnTo>
                <a:lnTo>
                  <a:pt x="94885" y="54782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7792923" y="3559709"/>
            <a:ext cx="104374" cy="115042"/>
          </a:xfrm>
          <a:custGeom>
            <a:avLst/>
            <a:gdLst/>
            <a:ahLst/>
            <a:cxnLst/>
            <a:rect l="l" t="t" r="r" b="b"/>
            <a:pathLst>
              <a:path w="104374" h="115042">
                <a:moveTo>
                  <a:pt x="104374" y="54782"/>
                </a:moveTo>
                <a:lnTo>
                  <a:pt x="0" y="115042"/>
                </a:lnTo>
                <a:lnTo>
                  <a:pt x="0" y="60260"/>
                </a:lnTo>
                <a:lnTo>
                  <a:pt x="104374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698038" y="3504926"/>
            <a:ext cx="199259" cy="115043"/>
          </a:xfrm>
          <a:custGeom>
            <a:avLst/>
            <a:gdLst/>
            <a:ahLst/>
            <a:cxnLst/>
            <a:rect l="l" t="t" r="r" b="b"/>
            <a:pathLst>
              <a:path w="199259" h="115043">
                <a:moveTo>
                  <a:pt x="104374" y="0"/>
                </a:moveTo>
                <a:lnTo>
                  <a:pt x="199259" y="54783"/>
                </a:lnTo>
                <a:lnTo>
                  <a:pt x="94885" y="115043"/>
                </a:lnTo>
                <a:lnTo>
                  <a:pt x="0" y="60261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8395445" y="3641334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2" y="0"/>
                </a:moveTo>
                <a:lnTo>
                  <a:pt x="308378" y="164346"/>
                </a:lnTo>
                <a:lnTo>
                  <a:pt x="284656" y="178042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219449" y="3630925"/>
            <a:ext cx="237214" cy="164346"/>
          </a:xfrm>
          <a:custGeom>
            <a:avLst/>
            <a:gdLst/>
            <a:ahLst/>
            <a:cxnLst/>
            <a:rect l="l" t="t" r="r" b="b"/>
            <a:pathLst>
              <a:path w="237214" h="164346">
                <a:moveTo>
                  <a:pt x="0" y="27391"/>
                </a:moveTo>
                <a:lnTo>
                  <a:pt x="237214" y="164346"/>
                </a:lnTo>
                <a:lnTo>
                  <a:pt x="237214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3456663" y="3652838"/>
            <a:ext cx="199259" cy="142433"/>
          </a:xfrm>
          <a:custGeom>
            <a:avLst/>
            <a:gdLst/>
            <a:ahLst/>
            <a:cxnLst/>
            <a:rect l="l" t="t" r="r" b="b"/>
            <a:pathLst>
              <a:path w="199259" h="142433">
                <a:moveTo>
                  <a:pt x="199259" y="27391"/>
                </a:moveTo>
                <a:lnTo>
                  <a:pt x="0" y="142433"/>
                </a:lnTo>
                <a:lnTo>
                  <a:pt x="0" y="115042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219449" y="3515883"/>
            <a:ext cx="436473" cy="251997"/>
          </a:xfrm>
          <a:custGeom>
            <a:avLst/>
            <a:gdLst/>
            <a:ahLst/>
            <a:cxnLst/>
            <a:rect l="l" t="t" r="r" b="b"/>
            <a:pathLst>
              <a:path w="436473" h="251997">
                <a:moveTo>
                  <a:pt x="199260" y="0"/>
                </a:moveTo>
                <a:lnTo>
                  <a:pt x="436473" y="136955"/>
                </a:lnTo>
                <a:lnTo>
                  <a:pt x="237214" y="251997"/>
                </a:lnTo>
                <a:lnTo>
                  <a:pt x="0" y="115042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3390243" y="3565187"/>
            <a:ext cx="170794" cy="98607"/>
          </a:xfrm>
          <a:custGeom>
            <a:avLst/>
            <a:gdLst/>
            <a:ahLst/>
            <a:cxnLst/>
            <a:rect l="l" t="t" r="r" b="b"/>
            <a:pathLst>
              <a:path w="170794" h="98607">
                <a:moveTo>
                  <a:pt x="18977" y="0"/>
                </a:moveTo>
                <a:lnTo>
                  <a:pt x="170794" y="87651"/>
                </a:lnTo>
                <a:lnTo>
                  <a:pt x="151817" y="98607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342800" y="3592578"/>
            <a:ext cx="113863" cy="65738"/>
          </a:xfrm>
          <a:custGeom>
            <a:avLst/>
            <a:gdLst/>
            <a:ahLst/>
            <a:cxnLst/>
            <a:rect l="l" t="t" r="r" b="b"/>
            <a:pathLst>
              <a:path w="113863" h="65738">
                <a:moveTo>
                  <a:pt x="18977" y="0"/>
                </a:moveTo>
                <a:lnTo>
                  <a:pt x="113863" y="54782"/>
                </a:lnTo>
                <a:lnTo>
                  <a:pt x="94886" y="6573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9173505" y="3491231"/>
            <a:ext cx="426984" cy="356083"/>
          </a:xfrm>
          <a:custGeom>
            <a:avLst/>
            <a:gdLst/>
            <a:ahLst/>
            <a:cxnLst/>
            <a:rect l="l" t="t" r="r" b="b"/>
            <a:pathLst>
              <a:path w="426984" h="356083">
                <a:moveTo>
                  <a:pt x="0" y="109564"/>
                </a:moveTo>
                <a:lnTo>
                  <a:pt x="426984" y="356083"/>
                </a:lnTo>
                <a:lnTo>
                  <a:pt x="426984" y="246519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9600489" y="3721316"/>
            <a:ext cx="28466" cy="125998"/>
          </a:xfrm>
          <a:custGeom>
            <a:avLst/>
            <a:gdLst/>
            <a:ahLst/>
            <a:cxnLst/>
            <a:rect l="l" t="t" r="r" b="b"/>
            <a:pathLst>
              <a:path w="28466" h="125998">
                <a:moveTo>
                  <a:pt x="28466" y="109564"/>
                </a:moveTo>
                <a:lnTo>
                  <a:pt x="0" y="125998"/>
                </a:lnTo>
                <a:lnTo>
                  <a:pt x="0" y="16434"/>
                </a:lnTo>
                <a:lnTo>
                  <a:pt x="28466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173505" y="3474796"/>
            <a:ext cx="455450" cy="262954"/>
          </a:xfrm>
          <a:custGeom>
            <a:avLst/>
            <a:gdLst/>
            <a:ahLst/>
            <a:cxnLst/>
            <a:rect l="l" t="t" r="r" b="b"/>
            <a:pathLst>
              <a:path w="455450" h="262954">
                <a:moveTo>
                  <a:pt x="28466" y="0"/>
                </a:moveTo>
                <a:lnTo>
                  <a:pt x="455450" y="246520"/>
                </a:lnTo>
                <a:lnTo>
                  <a:pt x="426984" y="262954"/>
                </a:lnTo>
                <a:lnTo>
                  <a:pt x="0" y="16435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437686" y="3668725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5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6540437" y="4184224"/>
            <a:ext cx="28465" cy="125999"/>
          </a:xfrm>
          <a:custGeom>
            <a:avLst/>
            <a:gdLst/>
            <a:ahLst/>
            <a:cxnLst/>
            <a:rect l="l" t="t" r="r" b="b"/>
            <a:pathLst>
              <a:path w="28465" h="125999">
                <a:moveTo>
                  <a:pt x="0" y="109564"/>
                </a:moveTo>
                <a:lnTo>
                  <a:pt x="28465" y="125999"/>
                </a:lnTo>
                <a:lnTo>
                  <a:pt x="28465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568902" y="3296755"/>
            <a:ext cx="1565609" cy="1013468"/>
          </a:xfrm>
          <a:custGeom>
            <a:avLst/>
            <a:gdLst/>
            <a:ahLst/>
            <a:cxnLst/>
            <a:rect l="l" t="t" r="r" b="b"/>
            <a:pathLst>
              <a:path w="1565609" h="1013468">
                <a:moveTo>
                  <a:pt x="1565609" y="109564"/>
                </a:moveTo>
                <a:lnTo>
                  <a:pt x="0" y="1013468"/>
                </a:lnTo>
                <a:lnTo>
                  <a:pt x="0" y="903904"/>
                </a:lnTo>
                <a:lnTo>
                  <a:pt x="1565609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6540437" y="3280320"/>
            <a:ext cx="1594074" cy="920339"/>
          </a:xfrm>
          <a:custGeom>
            <a:avLst/>
            <a:gdLst/>
            <a:ahLst/>
            <a:cxnLst/>
            <a:rect l="l" t="t" r="r" b="b"/>
            <a:pathLst>
              <a:path w="1594074" h="920339">
                <a:moveTo>
                  <a:pt x="1565608" y="0"/>
                </a:moveTo>
                <a:lnTo>
                  <a:pt x="1594074" y="16435"/>
                </a:lnTo>
                <a:lnTo>
                  <a:pt x="28465" y="920339"/>
                </a:lnTo>
                <a:lnTo>
                  <a:pt x="0" y="903904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8348003" y="3682968"/>
            <a:ext cx="199259" cy="142434"/>
          </a:xfrm>
          <a:custGeom>
            <a:avLst/>
            <a:gdLst/>
            <a:ahLst/>
            <a:cxnLst/>
            <a:rect l="l" t="t" r="r" b="b"/>
            <a:pathLst>
              <a:path w="199259" h="142434">
                <a:moveTo>
                  <a:pt x="0" y="27391"/>
                </a:moveTo>
                <a:lnTo>
                  <a:pt x="199259" y="142434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8547262" y="3661055"/>
            <a:ext cx="237213" cy="164347"/>
          </a:xfrm>
          <a:custGeom>
            <a:avLst/>
            <a:gdLst/>
            <a:ahLst/>
            <a:cxnLst/>
            <a:rect l="l" t="t" r="r" b="b"/>
            <a:pathLst>
              <a:path w="237213" h="164347">
                <a:moveTo>
                  <a:pt x="237213" y="27391"/>
                </a:moveTo>
                <a:lnTo>
                  <a:pt x="0" y="164347"/>
                </a:lnTo>
                <a:lnTo>
                  <a:pt x="0" y="136956"/>
                </a:lnTo>
                <a:lnTo>
                  <a:pt x="237213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8348003" y="3546013"/>
            <a:ext cx="436472" cy="251998"/>
          </a:xfrm>
          <a:custGeom>
            <a:avLst/>
            <a:gdLst/>
            <a:ahLst/>
            <a:cxnLst/>
            <a:rect l="l" t="t" r="r" b="b"/>
            <a:pathLst>
              <a:path w="436472" h="251998">
                <a:moveTo>
                  <a:pt x="237213" y="0"/>
                </a:moveTo>
                <a:lnTo>
                  <a:pt x="436472" y="115042"/>
                </a:lnTo>
                <a:lnTo>
                  <a:pt x="199259" y="251998"/>
                </a:lnTo>
                <a:lnTo>
                  <a:pt x="0" y="136955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8442888" y="3595317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51816" y="0"/>
                </a:moveTo>
                <a:lnTo>
                  <a:pt x="170794" y="10956"/>
                </a:lnTo>
                <a:lnTo>
                  <a:pt x="18977" y="98608"/>
                </a:lnTo>
                <a:lnTo>
                  <a:pt x="0" y="87651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8547262" y="3622708"/>
            <a:ext cx="113862" cy="65738"/>
          </a:xfrm>
          <a:custGeom>
            <a:avLst/>
            <a:gdLst/>
            <a:ahLst/>
            <a:cxnLst/>
            <a:rect l="l" t="t" r="r" b="b"/>
            <a:pathLst>
              <a:path w="113862" h="65738">
                <a:moveTo>
                  <a:pt x="94885" y="0"/>
                </a:moveTo>
                <a:lnTo>
                  <a:pt x="113862" y="10956"/>
                </a:lnTo>
                <a:lnTo>
                  <a:pt x="18977" y="65738"/>
                </a:lnTo>
                <a:lnTo>
                  <a:pt x="0" y="54782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8575727" y="3644621"/>
            <a:ext cx="142328" cy="82173"/>
          </a:xfrm>
          <a:custGeom>
            <a:avLst/>
            <a:gdLst/>
            <a:ahLst/>
            <a:cxnLst/>
            <a:rect l="l" t="t" r="r" b="b"/>
            <a:pathLst>
              <a:path w="142328" h="82173">
                <a:moveTo>
                  <a:pt x="104374" y="0"/>
                </a:moveTo>
                <a:lnTo>
                  <a:pt x="142328" y="21913"/>
                </a:lnTo>
                <a:lnTo>
                  <a:pt x="37955" y="82173"/>
                </a:lnTo>
                <a:lnTo>
                  <a:pt x="0" y="602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8253117" y="3723507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2" y="0"/>
                </a:moveTo>
                <a:lnTo>
                  <a:pt x="308378" y="164346"/>
                </a:lnTo>
                <a:lnTo>
                  <a:pt x="284656" y="178042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6568902" y="4244485"/>
            <a:ext cx="142328" cy="147911"/>
          </a:xfrm>
          <a:custGeom>
            <a:avLst/>
            <a:gdLst/>
            <a:ahLst/>
            <a:cxnLst/>
            <a:rect l="l" t="t" r="r" b="b"/>
            <a:pathLst>
              <a:path w="142328" h="147911">
                <a:moveTo>
                  <a:pt x="0" y="65738"/>
                </a:moveTo>
                <a:lnTo>
                  <a:pt x="142328" y="147911"/>
                </a:lnTo>
                <a:lnTo>
                  <a:pt x="142328" y="82173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6711230" y="3422753"/>
            <a:ext cx="1565609" cy="969643"/>
          </a:xfrm>
          <a:custGeom>
            <a:avLst/>
            <a:gdLst/>
            <a:ahLst/>
            <a:cxnLst/>
            <a:rect l="l" t="t" r="r" b="b"/>
            <a:pathLst>
              <a:path w="1565609" h="969643">
                <a:moveTo>
                  <a:pt x="1565609" y="65739"/>
                </a:moveTo>
                <a:lnTo>
                  <a:pt x="0" y="969643"/>
                </a:lnTo>
                <a:lnTo>
                  <a:pt x="0" y="903905"/>
                </a:lnTo>
                <a:lnTo>
                  <a:pt x="1565609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6568902" y="3340580"/>
            <a:ext cx="1707937" cy="986078"/>
          </a:xfrm>
          <a:custGeom>
            <a:avLst/>
            <a:gdLst/>
            <a:ahLst/>
            <a:cxnLst/>
            <a:rect l="l" t="t" r="r" b="b"/>
            <a:pathLst>
              <a:path w="1707937" h="986078">
                <a:moveTo>
                  <a:pt x="1565609" y="0"/>
                </a:moveTo>
                <a:lnTo>
                  <a:pt x="1707937" y="82173"/>
                </a:lnTo>
                <a:lnTo>
                  <a:pt x="142328" y="986078"/>
                </a:lnTo>
                <a:lnTo>
                  <a:pt x="0" y="903905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3580014" y="3750898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8110789" y="3805680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2" y="0"/>
                </a:moveTo>
                <a:lnTo>
                  <a:pt x="308378" y="164346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722342" y="3833071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8158232" y="2680456"/>
            <a:ext cx="569312" cy="465648"/>
          </a:xfrm>
          <a:custGeom>
            <a:avLst/>
            <a:gdLst/>
            <a:ahLst/>
            <a:cxnLst/>
            <a:rect l="l" t="t" r="r" b="b"/>
            <a:pathLst>
              <a:path w="569312" h="465648">
                <a:moveTo>
                  <a:pt x="0" y="136955"/>
                </a:moveTo>
                <a:lnTo>
                  <a:pt x="569312" y="465648"/>
                </a:lnTo>
                <a:lnTo>
                  <a:pt x="569312" y="328693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8727544" y="2844802"/>
            <a:ext cx="284656" cy="301302"/>
          </a:xfrm>
          <a:custGeom>
            <a:avLst/>
            <a:gdLst/>
            <a:ahLst/>
            <a:cxnLst/>
            <a:rect l="l" t="t" r="r" b="b"/>
            <a:pathLst>
              <a:path w="284656" h="301302">
                <a:moveTo>
                  <a:pt x="284656" y="136956"/>
                </a:moveTo>
                <a:lnTo>
                  <a:pt x="0" y="301302"/>
                </a:lnTo>
                <a:lnTo>
                  <a:pt x="0" y="164347"/>
                </a:lnTo>
                <a:lnTo>
                  <a:pt x="284656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8158232" y="2516110"/>
            <a:ext cx="853968" cy="493039"/>
          </a:xfrm>
          <a:custGeom>
            <a:avLst/>
            <a:gdLst/>
            <a:ahLst/>
            <a:cxnLst/>
            <a:rect l="l" t="t" r="r" b="b"/>
            <a:pathLst>
              <a:path w="853968" h="493039">
                <a:moveTo>
                  <a:pt x="284656" y="0"/>
                </a:moveTo>
                <a:lnTo>
                  <a:pt x="853968" y="328692"/>
                </a:lnTo>
                <a:lnTo>
                  <a:pt x="569312" y="493039"/>
                </a:lnTo>
                <a:lnTo>
                  <a:pt x="0" y="164346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8476098" y="2880411"/>
            <a:ext cx="142328" cy="465647"/>
          </a:xfrm>
          <a:custGeom>
            <a:avLst/>
            <a:gdLst/>
            <a:ahLst/>
            <a:cxnLst/>
            <a:rect l="l" t="t" r="r" b="b"/>
            <a:pathLst>
              <a:path w="142328" h="465647">
                <a:moveTo>
                  <a:pt x="0" y="383474"/>
                </a:moveTo>
                <a:lnTo>
                  <a:pt x="142328" y="465647"/>
                </a:lnTo>
                <a:lnTo>
                  <a:pt x="142328" y="82173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8618426" y="2918758"/>
            <a:ext cx="75908" cy="427300"/>
          </a:xfrm>
          <a:custGeom>
            <a:avLst/>
            <a:gdLst/>
            <a:ahLst/>
            <a:cxnLst/>
            <a:rect l="l" t="t" r="r" b="b"/>
            <a:pathLst>
              <a:path w="75908" h="427300">
                <a:moveTo>
                  <a:pt x="75908" y="383475"/>
                </a:moveTo>
                <a:lnTo>
                  <a:pt x="0" y="427300"/>
                </a:lnTo>
                <a:lnTo>
                  <a:pt x="0" y="43826"/>
                </a:lnTo>
                <a:lnTo>
                  <a:pt x="75908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8476098" y="2836585"/>
            <a:ext cx="218236" cy="125999"/>
          </a:xfrm>
          <a:custGeom>
            <a:avLst/>
            <a:gdLst/>
            <a:ahLst/>
            <a:cxnLst/>
            <a:rect l="l" t="t" r="r" b="b"/>
            <a:pathLst>
              <a:path w="218236" h="125999">
                <a:moveTo>
                  <a:pt x="75908" y="0"/>
                </a:moveTo>
                <a:lnTo>
                  <a:pt x="218236" y="82173"/>
                </a:lnTo>
                <a:lnTo>
                  <a:pt x="142328" y="125999"/>
                </a:lnTo>
                <a:lnTo>
                  <a:pt x="0" y="43826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338514" y="3261146"/>
            <a:ext cx="284656" cy="262954"/>
          </a:xfrm>
          <a:custGeom>
            <a:avLst/>
            <a:gdLst/>
            <a:ahLst/>
            <a:cxnLst/>
            <a:rect l="l" t="t" r="r" b="b"/>
            <a:pathLst>
              <a:path w="284656" h="262954">
                <a:moveTo>
                  <a:pt x="0" y="98608"/>
                </a:moveTo>
                <a:lnTo>
                  <a:pt x="284656" y="262954"/>
                </a:lnTo>
                <a:lnTo>
                  <a:pt x="284656" y="164346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8623170" y="3304972"/>
            <a:ext cx="208748" cy="219128"/>
          </a:xfrm>
          <a:custGeom>
            <a:avLst/>
            <a:gdLst/>
            <a:ahLst/>
            <a:cxnLst/>
            <a:rect l="l" t="t" r="r" b="b"/>
            <a:pathLst>
              <a:path w="208748" h="219128">
                <a:moveTo>
                  <a:pt x="208748" y="98608"/>
                </a:moveTo>
                <a:lnTo>
                  <a:pt x="0" y="219128"/>
                </a:lnTo>
                <a:lnTo>
                  <a:pt x="0" y="120520"/>
                </a:lnTo>
                <a:lnTo>
                  <a:pt x="208748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338514" y="3140626"/>
            <a:ext cx="493404" cy="284866"/>
          </a:xfrm>
          <a:custGeom>
            <a:avLst/>
            <a:gdLst/>
            <a:ahLst/>
            <a:cxnLst/>
            <a:rect l="l" t="t" r="r" b="b"/>
            <a:pathLst>
              <a:path w="493404" h="284866">
                <a:moveTo>
                  <a:pt x="208748" y="0"/>
                </a:moveTo>
                <a:lnTo>
                  <a:pt x="493404" y="164346"/>
                </a:lnTo>
                <a:lnTo>
                  <a:pt x="284656" y="284866"/>
                </a:lnTo>
                <a:lnTo>
                  <a:pt x="0" y="120520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997509" y="3126930"/>
            <a:ext cx="113863" cy="202694"/>
          </a:xfrm>
          <a:custGeom>
            <a:avLst/>
            <a:gdLst/>
            <a:ahLst/>
            <a:cxnLst/>
            <a:rect l="l" t="t" r="r" b="b"/>
            <a:pathLst>
              <a:path w="113863" h="202694">
                <a:moveTo>
                  <a:pt x="0" y="136955"/>
                </a:moveTo>
                <a:lnTo>
                  <a:pt x="113863" y="202694"/>
                </a:lnTo>
                <a:lnTo>
                  <a:pt x="113863" y="65739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4111372" y="2781803"/>
            <a:ext cx="711640" cy="547821"/>
          </a:xfrm>
          <a:custGeom>
            <a:avLst/>
            <a:gdLst/>
            <a:ahLst/>
            <a:cxnLst/>
            <a:rect l="l" t="t" r="r" b="b"/>
            <a:pathLst>
              <a:path w="711640" h="547821">
                <a:moveTo>
                  <a:pt x="711640" y="136955"/>
                </a:moveTo>
                <a:lnTo>
                  <a:pt x="0" y="547821"/>
                </a:lnTo>
                <a:lnTo>
                  <a:pt x="0" y="410866"/>
                </a:lnTo>
                <a:lnTo>
                  <a:pt x="711640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97509" y="2716064"/>
            <a:ext cx="825503" cy="476605"/>
          </a:xfrm>
          <a:custGeom>
            <a:avLst/>
            <a:gdLst/>
            <a:ahLst/>
            <a:cxnLst/>
            <a:rect l="l" t="t" r="r" b="b"/>
            <a:pathLst>
              <a:path w="825503" h="476605">
                <a:moveTo>
                  <a:pt x="711640" y="0"/>
                </a:moveTo>
                <a:lnTo>
                  <a:pt x="825503" y="65739"/>
                </a:lnTo>
                <a:lnTo>
                  <a:pt x="113863" y="476605"/>
                </a:lnTo>
                <a:lnTo>
                  <a:pt x="0" y="410866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5975869" y="3693925"/>
            <a:ext cx="877689" cy="616298"/>
          </a:xfrm>
          <a:custGeom>
            <a:avLst/>
            <a:gdLst/>
            <a:ahLst/>
            <a:cxnLst/>
            <a:rect l="l" t="t" r="r" b="b"/>
            <a:pathLst>
              <a:path w="877689" h="616298">
                <a:moveTo>
                  <a:pt x="0" y="109564"/>
                </a:moveTo>
                <a:lnTo>
                  <a:pt x="877689" y="616298"/>
                </a:lnTo>
                <a:lnTo>
                  <a:pt x="877689" y="506734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6853558" y="4184224"/>
            <a:ext cx="28466" cy="125999"/>
          </a:xfrm>
          <a:custGeom>
            <a:avLst/>
            <a:gdLst/>
            <a:ahLst/>
            <a:cxnLst/>
            <a:rect l="l" t="t" r="r" b="b"/>
            <a:pathLst>
              <a:path w="28466" h="125999">
                <a:moveTo>
                  <a:pt x="28466" y="109564"/>
                </a:moveTo>
                <a:lnTo>
                  <a:pt x="0" y="125999"/>
                </a:lnTo>
                <a:lnTo>
                  <a:pt x="0" y="16435"/>
                </a:lnTo>
                <a:lnTo>
                  <a:pt x="28466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5975869" y="3677490"/>
            <a:ext cx="906155" cy="523169"/>
          </a:xfrm>
          <a:custGeom>
            <a:avLst/>
            <a:gdLst/>
            <a:ahLst/>
            <a:cxnLst/>
            <a:rect l="l" t="t" r="r" b="b"/>
            <a:pathLst>
              <a:path w="906155" h="523169">
                <a:moveTo>
                  <a:pt x="28465" y="0"/>
                </a:moveTo>
                <a:lnTo>
                  <a:pt x="906155" y="506734"/>
                </a:lnTo>
                <a:lnTo>
                  <a:pt x="877689" y="523169"/>
                </a:lnTo>
                <a:lnTo>
                  <a:pt x="0" y="16435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7223611" y="3839097"/>
            <a:ext cx="94886" cy="109564"/>
          </a:xfrm>
          <a:custGeom>
            <a:avLst/>
            <a:gdLst/>
            <a:ahLst/>
            <a:cxnLst/>
            <a:rect l="l" t="t" r="r" b="b"/>
            <a:pathLst>
              <a:path w="94886" h="109564">
                <a:moveTo>
                  <a:pt x="0" y="54782"/>
                </a:moveTo>
                <a:lnTo>
                  <a:pt x="94886" y="109564"/>
                </a:lnTo>
                <a:lnTo>
                  <a:pt x="94886" y="54782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7318497" y="3833619"/>
            <a:ext cx="104373" cy="115042"/>
          </a:xfrm>
          <a:custGeom>
            <a:avLst/>
            <a:gdLst/>
            <a:ahLst/>
            <a:cxnLst/>
            <a:rect l="l" t="t" r="r" b="b"/>
            <a:pathLst>
              <a:path w="104373" h="115042">
                <a:moveTo>
                  <a:pt x="104373" y="54782"/>
                </a:moveTo>
                <a:lnTo>
                  <a:pt x="0" y="115042"/>
                </a:lnTo>
                <a:lnTo>
                  <a:pt x="0" y="60260"/>
                </a:lnTo>
                <a:lnTo>
                  <a:pt x="104373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7223611" y="3778837"/>
            <a:ext cx="199259" cy="115042"/>
          </a:xfrm>
          <a:custGeom>
            <a:avLst/>
            <a:gdLst/>
            <a:ahLst/>
            <a:cxnLst/>
            <a:rect l="l" t="t" r="r" b="b"/>
            <a:pathLst>
              <a:path w="199259" h="115042">
                <a:moveTo>
                  <a:pt x="104374" y="0"/>
                </a:moveTo>
                <a:lnTo>
                  <a:pt x="199259" y="54782"/>
                </a:lnTo>
                <a:lnTo>
                  <a:pt x="94886" y="115042"/>
                </a:lnTo>
                <a:lnTo>
                  <a:pt x="0" y="60260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7968461" y="3887853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2" y="0"/>
                </a:moveTo>
                <a:lnTo>
                  <a:pt x="308378" y="164346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6711230" y="4282832"/>
            <a:ext cx="28466" cy="125999"/>
          </a:xfrm>
          <a:custGeom>
            <a:avLst/>
            <a:gdLst/>
            <a:ahLst/>
            <a:cxnLst/>
            <a:rect l="l" t="t" r="r" b="b"/>
            <a:pathLst>
              <a:path w="28466" h="125999">
                <a:moveTo>
                  <a:pt x="0" y="109564"/>
                </a:moveTo>
                <a:lnTo>
                  <a:pt x="28466" y="125999"/>
                </a:lnTo>
                <a:lnTo>
                  <a:pt x="28466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6739696" y="3395362"/>
            <a:ext cx="1565608" cy="1013469"/>
          </a:xfrm>
          <a:custGeom>
            <a:avLst/>
            <a:gdLst/>
            <a:ahLst/>
            <a:cxnLst/>
            <a:rect l="l" t="t" r="r" b="b"/>
            <a:pathLst>
              <a:path w="1565608" h="1013469">
                <a:moveTo>
                  <a:pt x="1565608" y="109564"/>
                </a:moveTo>
                <a:lnTo>
                  <a:pt x="0" y="1013469"/>
                </a:lnTo>
                <a:lnTo>
                  <a:pt x="0" y="903905"/>
                </a:lnTo>
                <a:lnTo>
                  <a:pt x="1565608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6711230" y="3378928"/>
            <a:ext cx="1594074" cy="920339"/>
          </a:xfrm>
          <a:custGeom>
            <a:avLst/>
            <a:gdLst/>
            <a:ahLst/>
            <a:cxnLst/>
            <a:rect l="l" t="t" r="r" b="b"/>
            <a:pathLst>
              <a:path w="1594074" h="920339">
                <a:moveTo>
                  <a:pt x="1565609" y="0"/>
                </a:moveTo>
                <a:lnTo>
                  <a:pt x="1594074" y="16434"/>
                </a:lnTo>
                <a:lnTo>
                  <a:pt x="28466" y="920339"/>
                </a:lnTo>
                <a:lnTo>
                  <a:pt x="0" y="903904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6047033" y="3861010"/>
            <a:ext cx="104374" cy="115042"/>
          </a:xfrm>
          <a:custGeom>
            <a:avLst/>
            <a:gdLst/>
            <a:ahLst/>
            <a:cxnLst/>
            <a:rect l="l" t="t" r="r" b="b"/>
            <a:pathLst>
              <a:path w="104374" h="115042">
                <a:moveTo>
                  <a:pt x="0" y="54782"/>
                </a:moveTo>
                <a:lnTo>
                  <a:pt x="104374" y="115042"/>
                </a:lnTo>
                <a:lnTo>
                  <a:pt x="104374" y="60260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6151407" y="3866488"/>
            <a:ext cx="94885" cy="109564"/>
          </a:xfrm>
          <a:custGeom>
            <a:avLst/>
            <a:gdLst/>
            <a:ahLst/>
            <a:cxnLst/>
            <a:rect l="l" t="t" r="r" b="b"/>
            <a:pathLst>
              <a:path w="94885" h="109564">
                <a:moveTo>
                  <a:pt x="94885" y="54782"/>
                </a:moveTo>
                <a:lnTo>
                  <a:pt x="0" y="109564"/>
                </a:lnTo>
                <a:lnTo>
                  <a:pt x="0" y="54782"/>
                </a:lnTo>
                <a:lnTo>
                  <a:pt x="94885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6047033" y="3806228"/>
            <a:ext cx="199259" cy="115042"/>
          </a:xfrm>
          <a:custGeom>
            <a:avLst/>
            <a:gdLst/>
            <a:ahLst/>
            <a:cxnLst/>
            <a:rect l="l" t="t" r="r" b="b"/>
            <a:pathLst>
              <a:path w="199259" h="115042">
                <a:moveTo>
                  <a:pt x="94885" y="0"/>
                </a:moveTo>
                <a:lnTo>
                  <a:pt x="199259" y="60260"/>
                </a:lnTo>
                <a:lnTo>
                  <a:pt x="104374" y="115042"/>
                </a:lnTo>
                <a:lnTo>
                  <a:pt x="0" y="54782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3864670" y="3915244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5833541" y="3819923"/>
            <a:ext cx="877689" cy="572473"/>
          </a:xfrm>
          <a:custGeom>
            <a:avLst/>
            <a:gdLst/>
            <a:ahLst/>
            <a:cxnLst/>
            <a:rect l="l" t="t" r="r" b="b"/>
            <a:pathLst>
              <a:path w="877689" h="572473">
                <a:moveTo>
                  <a:pt x="0" y="65739"/>
                </a:moveTo>
                <a:lnTo>
                  <a:pt x="877689" y="572473"/>
                </a:lnTo>
                <a:lnTo>
                  <a:pt x="877689" y="506735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6711230" y="4244485"/>
            <a:ext cx="142328" cy="147911"/>
          </a:xfrm>
          <a:custGeom>
            <a:avLst/>
            <a:gdLst/>
            <a:ahLst/>
            <a:cxnLst/>
            <a:rect l="l" t="t" r="r" b="b"/>
            <a:pathLst>
              <a:path w="142328" h="147911">
                <a:moveTo>
                  <a:pt x="142328" y="65738"/>
                </a:moveTo>
                <a:lnTo>
                  <a:pt x="0" y="147911"/>
                </a:lnTo>
                <a:lnTo>
                  <a:pt x="0" y="82173"/>
                </a:lnTo>
                <a:lnTo>
                  <a:pt x="142328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5833541" y="3737750"/>
            <a:ext cx="1020017" cy="588908"/>
          </a:xfrm>
          <a:custGeom>
            <a:avLst/>
            <a:gdLst/>
            <a:ahLst/>
            <a:cxnLst/>
            <a:rect l="l" t="t" r="r" b="b"/>
            <a:pathLst>
              <a:path w="1020017" h="588908">
                <a:moveTo>
                  <a:pt x="142328" y="0"/>
                </a:moveTo>
                <a:lnTo>
                  <a:pt x="1020017" y="506735"/>
                </a:lnTo>
                <a:lnTo>
                  <a:pt x="877689" y="588908"/>
                </a:lnTo>
                <a:lnTo>
                  <a:pt x="0" y="82173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7826133" y="3970026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1" y="0"/>
                </a:moveTo>
                <a:lnTo>
                  <a:pt x="308378" y="164347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656380" y="3105017"/>
            <a:ext cx="71164" cy="917600"/>
          </a:xfrm>
          <a:custGeom>
            <a:avLst/>
            <a:gdLst/>
            <a:ahLst/>
            <a:cxnLst/>
            <a:rect l="l" t="t" r="r" b="b"/>
            <a:pathLst>
              <a:path w="71164" h="917600">
                <a:moveTo>
                  <a:pt x="0" y="876514"/>
                </a:moveTo>
                <a:lnTo>
                  <a:pt x="71164" y="917600"/>
                </a:lnTo>
                <a:lnTo>
                  <a:pt x="71164" y="41087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727544" y="2981758"/>
            <a:ext cx="284656" cy="1040859"/>
          </a:xfrm>
          <a:custGeom>
            <a:avLst/>
            <a:gdLst/>
            <a:ahLst/>
            <a:cxnLst/>
            <a:rect l="l" t="t" r="r" b="b"/>
            <a:pathLst>
              <a:path w="284656" h="1040859">
                <a:moveTo>
                  <a:pt x="284656" y="876513"/>
                </a:moveTo>
                <a:lnTo>
                  <a:pt x="0" y="1040859"/>
                </a:lnTo>
                <a:lnTo>
                  <a:pt x="0" y="164346"/>
                </a:lnTo>
                <a:lnTo>
                  <a:pt x="284656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8656380" y="2940671"/>
            <a:ext cx="355820" cy="205433"/>
          </a:xfrm>
          <a:custGeom>
            <a:avLst/>
            <a:gdLst/>
            <a:ahLst/>
            <a:cxnLst/>
            <a:rect l="l" t="t" r="r" b="b"/>
            <a:pathLst>
              <a:path w="355820" h="205433">
                <a:moveTo>
                  <a:pt x="284656" y="0"/>
                </a:moveTo>
                <a:lnTo>
                  <a:pt x="355820" y="41087"/>
                </a:lnTo>
                <a:lnTo>
                  <a:pt x="71164" y="205433"/>
                </a:lnTo>
                <a:lnTo>
                  <a:pt x="0" y="164346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7674317" y="3315928"/>
            <a:ext cx="71164" cy="725863"/>
          </a:xfrm>
          <a:custGeom>
            <a:avLst/>
            <a:gdLst/>
            <a:ahLst/>
            <a:cxnLst/>
            <a:rect l="l" t="t" r="r" b="b"/>
            <a:pathLst>
              <a:path w="71164" h="725863">
                <a:moveTo>
                  <a:pt x="0" y="684776"/>
                </a:moveTo>
                <a:lnTo>
                  <a:pt x="71164" y="725863"/>
                </a:lnTo>
                <a:lnTo>
                  <a:pt x="71164" y="41087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7745481" y="3291276"/>
            <a:ext cx="113862" cy="750515"/>
          </a:xfrm>
          <a:custGeom>
            <a:avLst/>
            <a:gdLst/>
            <a:ahLst/>
            <a:cxnLst/>
            <a:rect l="l" t="t" r="r" b="b"/>
            <a:pathLst>
              <a:path w="113862" h="750515">
                <a:moveTo>
                  <a:pt x="113862" y="684776"/>
                </a:moveTo>
                <a:lnTo>
                  <a:pt x="0" y="750515"/>
                </a:lnTo>
                <a:lnTo>
                  <a:pt x="0" y="65739"/>
                </a:lnTo>
                <a:lnTo>
                  <a:pt x="113862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7674317" y="3250190"/>
            <a:ext cx="185026" cy="106825"/>
          </a:xfrm>
          <a:custGeom>
            <a:avLst/>
            <a:gdLst/>
            <a:ahLst/>
            <a:cxnLst/>
            <a:rect l="l" t="t" r="r" b="b"/>
            <a:pathLst>
              <a:path w="185026" h="106825">
                <a:moveTo>
                  <a:pt x="113862" y="0"/>
                </a:moveTo>
                <a:lnTo>
                  <a:pt x="185026" y="41086"/>
                </a:lnTo>
                <a:lnTo>
                  <a:pt x="71164" y="106825"/>
                </a:lnTo>
                <a:lnTo>
                  <a:pt x="0" y="65738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4006998" y="3997417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7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7683805" y="4052199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3721" y="0"/>
                </a:moveTo>
                <a:lnTo>
                  <a:pt x="308378" y="164347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3907368" y="4028095"/>
            <a:ext cx="237214" cy="164347"/>
          </a:xfrm>
          <a:custGeom>
            <a:avLst/>
            <a:gdLst/>
            <a:ahLst/>
            <a:cxnLst/>
            <a:rect l="l" t="t" r="r" b="b"/>
            <a:pathLst>
              <a:path w="237214" h="164347">
                <a:moveTo>
                  <a:pt x="0" y="27391"/>
                </a:moveTo>
                <a:lnTo>
                  <a:pt x="237214" y="164347"/>
                </a:lnTo>
                <a:lnTo>
                  <a:pt x="237214" y="136956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4144582" y="4050008"/>
            <a:ext cx="199259" cy="142434"/>
          </a:xfrm>
          <a:custGeom>
            <a:avLst/>
            <a:gdLst/>
            <a:ahLst/>
            <a:cxnLst/>
            <a:rect l="l" t="t" r="r" b="b"/>
            <a:pathLst>
              <a:path w="199259" h="142434">
                <a:moveTo>
                  <a:pt x="199259" y="27391"/>
                </a:moveTo>
                <a:lnTo>
                  <a:pt x="0" y="142434"/>
                </a:lnTo>
                <a:lnTo>
                  <a:pt x="0" y="115043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3907368" y="3913053"/>
            <a:ext cx="436473" cy="251998"/>
          </a:xfrm>
          <a:custGeom>
            <a:avLst/>
            <a:gdLst/>
            <a:ahLst/>
            <a:cxnLst/>
            <a:rect l="l" t="t" r="r" b="b"/>
            <a:pathLst>
              <a:path w="436473" h="251998">
                <a:moveTo>
                  <a:pt x="199259" y="0"/>
                </a:moveTo>
                <a:lnTo>
                  <a:pt x="436473" y="136955"/>
                </a:lnTo>
                <a:lnTo>
                  <a:pt x="237214" y="251998"/>
                </a:lnTo>
                <a:lnTo>
                  <a:pt x="0" y="115042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4078162" y="3962357"/>
            <a:ext cx="170793" cy="98608"/>
          </a:xfrm>
          <a:custGeom>
            <a:avLst/>
            <a:gdLst/>
            <a:ahLst/>
            <a:cxnLst/>
            <a:rect l="l" t="t" r="r" b="b"/>
            <a:pathLst>
              <a:path w="170793" h="98608">
                <a:moveTo>
                  <a:pt x="18977" y="0"/>
                </a:moveTo>
                <a:lnTo>
                  <a:pt x="170793" y="87651"/>
                </a:lnTo>
                <a:lnTo>
                  <a:pt x="151816" y="9860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4030719" y="3989748"/>
            <a:ext cx="113863" cy="65738"/>
          </a:xfrm>
          <a:custGeom>
            <a:avLst/>
            <a:gdLst/>
            <a:ahLst/>
            <a:cxnLst/>
            <a:rect l="l" t="t" r="r" b="b"/>
            <a:pathLst>
              <a:path w="113863" h="65738">
                <a:moveTo>
                  <a:pt x="18977" y="0"/>
                </a:moveTo>
                <a:lnTo>
                  <a:pt x="113863" y="54782"/>
                </a:lnTo>
                <a:lnTo>
                  <a:pt x="94885" y="65738"/>
                </a:lnTo>
                <a:lnTo>
                  <a:pt x="0" y="10956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6018567" y="4951173"/>
            <a:ext cx="28466" cy="125999"/>
          </a:xfrm>
          <a:custGeom>
            <a:avLst/>
            <a:gdLst/>
            <a:ahLst/>
            <a:cxnLst/>
            <a:rect l="l" t="t" r="r" b="b"/>
            <a:pathLst>
              <a:path w="28466" h="125999">
                <a:moveTo>
                  <a:pt x="0" y="109565"/>
                </a:moveTo>
                <a:lnTo>
                  <a:pt x="28466" y="125999"/>
                </a:lnTo>
                <a:lnTo>
                  <a:pt x="28466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6047033" y="3310450"/>
            <a:ext cx="2870282" cy="1766722"/>
          </a:xfrm>
          <a:custGeom>
            <a:avLst/>
            <a:gdLst/>
            <a:ahLst/>
            <a:cxnLst/>
            <a:rect l="l" t="t" r="r" b="b"/>
            <a:pathLst>
              <a:path w="2870282" h="1766722">
                <a:moveTo>
                  <a:pt x="2870282" y="109564"/>
                </a:moveTo>
                <a:lnTo>
                  <a:pt x="0" y="1766722"/>
                </a:lnTo>
                <a:lnTo>
                  <a:pt x="0" y="1657158"/>
                </a:lnTo>
                <a:lnTo>
                  <a:pt x="2870282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6018567" y="3294015"/>
            <a:ext cx="2898748" cy="1673593"/>
          </a:xfrm>
          <a:custGeom>
            <a:avLst/>
            <a:gdLst/>
            <a:ahLst/>
            <a:cxnLst/>
            <a:rect l="l" t="t" r="r" b="b"/>
            <a:pathLst>
              <a:path w="2898748" h="1673593">
                <a:moveTo>
                  <a:pt x="2870282" y="0"/>
                </a:moveTo>
                <a:lnTo>
                  <a:pt x="2898748" y="16435"/>
                </a:lnTo>
                <a:lnTo>
                  <a:pt x="28466" y="1673593"/>
                </a:lnTo>
                <a:lnTo>
                  <a:pt x="0" y="1657158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6998" y="3203625"/>
            <a:ext cx="18977" cy="32869"/>
          </a:xfrm>
          <a:custGeom>
            <a:avLst/>
            <a:gdLst/>
            <a:ahLst/>
            <a:cxnLst/>
            <a:rect l="l" t="t" r="r" b="b"/>
            <a:pathLst>
              <a:path w="18977" h="32869">
                <a:moveTo>
                  <a:pt x="0" y="21913"/>
                </a:moveTo>
                <a:lnTo>
                  <a:pt x="18977" y="32869"/>
                </a:lnTo>
                <a:lnTo>
                  <a:pt x="18977" y="10956"/>
                </a:lnTo>
                <a:lnTo>
                  <a:pt x="0" y="0"/>
                </a:lnTo>
                <a:close/>
              </a:path>
            </a:pathLst>
          </a:custGeom>
          <a:solidFill>
            <a:srgbClr val="C7C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9937332" y="3680229"/>
            <a:ext cx="118607" cy="342388"/>
          </a:xfrm>
          <a:custGeom>
            <a:avLst/>
            <a:gdLst/>
            <a:ahLst/>
            <a:cxnLst/>
            <a:rect l="l" t="t" r="r" b="b"/>
            <a:pathLst>
              <a:path w="118607" h="342388">
                <a:moveTo>
                  <a:pt x="0" y="273911"/>
                </a:moveTo>
                <a:lnTo>
                  <a:pt x="118607" y="342388"/>
                </a:lnTo>
                <a:lnTo>
                  <a:pt x="118607" y="68478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10055939" y="3639143"/>
            <a:ext cx="189771" cy="383474"/>
          </a:xfrm>
          <a:custGeom>
            <a:avLst/>
            <a:gdLst/>
            <a:ahLst/>
            <a:cxnLst/>
            <a:rect l="l" t="t" r="r" b="b"/>
            <a:pathLst>
              <a:path w="189771" h="383474">
                <a:moveTo>
                  <a:pt x="189771" y="273910"/>
                </a:moveTo>
                <a:lnTo>
                  <a:pt x="0" y="383474"/>
                </a:lnTo>
                <a:lnTo>
                  <a:pt x="0" y="109564"/>
                </a:lnTo>
                <a:lnTo>
                  <a:pt x="189771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9937332" y="3570665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189771" y="0"/>
                </a:moveTo>
                <a:lnTo>
                  <a:pt x="308378" y="68478"/>
                </a:lnTo>
                <a:lnTo>
                  <a:pt x="118607" y="178042"/>
                </a:lnTo>
                <a:lnTo>
                  <a:pt x="0" y="109564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10027473" y="3310450"/>
            <a:ext cx="47443" cy="383475"/>
          </a:xfrm>
          <a:custGeom>
            <a:avLst/>
            <a:gdLst/>
            <a:ahLst/>
            <a:cxnLst/>
            <a:rect l="l" t="t" r="r" b="b"/>
            <a:pathLst>
              <a:path w="47443" h="383475">
                <a:moveTo>
                  <a:pt x="0" y="356084"/>
                </a:moveTo>
                <a:lnTo>
                  <a:pt x="47443" y="383475"/>
                </a:lnTo>
                <a:lnTo>
                  <a:pt x="47443" y="27391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10074916" y="3294015"/>
            <a:ext cx="75908" cy="399910"/>
          </a:xfrm>
          <a:custGeom>
            <a:avLst/>
            <a:gdLst/>
            <a:ahLst/>
            <a:cxnLst/>
            <a:rect l="l" t="t" r="r" b="b"/>
            <a:pathLst>
              <a:path w="75908" h="399910">
                <a:moveTo>
                  <a:pt x="75908" y="356084"/>
                </a:moveTo>
                <a:lnTo>
                  <a:pt x="0" y="399910"/>
                </a:lnTo>
                <a:lnTo>
                  <a:pt x="0" y="43826"/>
                </a:lnTo>
                <a:lnTo>
                  <a:pt x="75908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10027473" y="3266624"/>
            <a:ext cx="123351" cy="71217"/>
          </a:xfrm>
          <a:custGeom>
            <a:avLst/>
            <a:gdLst/>
            <a:ahLst/>
            <a:cxnLst/>
            <a:rect l="l" t="t" r="r" b="b"/>
            <a:pathLst>
              <a:path w="123351" h="71217">
                <a:moveTo>
                  <a:pt x="75909" y="0"/>
                </a:moveTo>
                <a:lnTo>
                  <a:pt x="123351" y="27391"/>
                </a:lnTo>
                <a:lnTo>
                  <a:pt x="47443" y="71217"/>
                </a:lnTo>
                <a:lnTo>
                  <a:pt x="0" y="43826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9980031" y="3228277"/>
            <a:ext cx="94885" cy="136955"/>
          </a:xfrm>
          <a:custGeom>
            <a:avLst/>
            <a:gdLst/>
            <a:ahLst/>
            <a:cxnLst/>
            <a:rect l="l" t="t" r="r" b="b"/>
            <a:pathLst>
              <a:path w="94885" h="136955">
                <a:moveTo>
                  <a:pt x="0" y="82173"/>
                </a:moveTo>
                <a:lnTo>
                  <a:pt x="94885" y="136955"/>
                </a:lnTo>
                <a:lnTo>
                  <a:pt x="94885" y="54782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10074916" y="3211842"/>
            <a:ext cx="123351" cy="153390"/>
          </a:xfrm>
          <a:custGeom>
            <a:avLst/>
            <a:gdLst/>
            <a:ahLst/>
            <a:cxnLst/>
            <a:rect l="l" t="t" r="r" b="b"/>
            <a:pathLst>
              <a:path w="123351" h="153390">
                <a:moveTo>
                  <a:pt x="123351" y="82173"/>
                </a:moveTo>
                <a:lnTo>
                  <a:pt x="0" y="153390"/>
                </a:lnTo>
                <a:lnTo>
                  <a:pt x="0" y="71217"/>
                </a:lnTo>
                <a:lnTo>
                  <a:pt x="123351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9980031" y="3157060"/>
            <a:ext cx="218236" cy="125999"/>
          </a:xfrm>
          <a:custGeom>
            <a:avLst/>
            <a:gdLst/>
            <a:ahLst/>
            <a:cxnLst/>
            <a:rect l="l" t="t" r="r" b="b"/>
            <a:pathLst>
              <a:path w="218236" h="125999">
                <a:moveTo>
                  <a:pt x="123351" y="0"/>
                </a:moveTo>
                <a:lnTo>
                  <a:pt x="218236" y="54782"/>
                </a:lnTo>
                <a:lnTo>
                  <a:pt x="94885" y="125999"/>
                </a:lnTo>
                <a:lnTo>
                  <a:pt x="0" y="71217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4149326" y="4079590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7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4059185" y="3250190"/>
            <a:ext cx="75908" cy="509473"/>
          </a:xfrm>
          <a:custGeom>
            <a:avLst/>
            <a:gdLst/>
            <a:ahLst/>
            <a:cxnLst/>
            <a:rect l="l" t="t" r="r" b="b"/>
            <a:pathLst>
              <a:path w="75908" h="509473">
                <a:moveTo>
                  <a:pt x="0" y="465647"/>
                </a:moveTo>
                <a:lnTo>
                  <a:pt x="75908" y="509473"/>
                </a:lnTo>
                <a:lnTo>
                  <a:pt x="75908" y="4382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4135093" y="3250190"/>
            <a:ext cx="75908" cy="509473"/>
          </a:xfrm>
          <a:custGeom>
            <a:avLst/>
            <a:gdLst/>
            <a:ahLst/>
            <a:cxnLst/>
            <a:rect l="l" t="t" r="r" b="b"/>
            <a:pathLst>
              <a:path w="75908" h="509473">
                <a:moveTo>
                  <a:pt x="75908" y="465647"/>
                </a:moveTo>
                <a:lnTo>
                  <a:pt x="0" y="509473"/>
                </a:lnTo>
                <a:lnTo>
                  <a:pt x="0" y="43825"/>
                </a:lnTo>
                <a:lnTo>
                  <a:pt x="75908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4059185" y="3206364"/>
            <a:ext cx="151816" cy="87651"/>
          </a:xfrm>
          <a:custGeom>
            <a:avLst/>
            <a:gdLst/>
            <a:ahLst/>
            <a:cxnLst/>
            <a:rect l="l" t="t" r="r" b="b"/>
            <a:pathLst>
              <a:path w="151816" h="87651">
                <a:moveTo>
                  <a:pt x="75908" y="0"/>
                </a:moveTo>
                <a:lnTo>
                  <a:pt x="151816" y="43826"/>
                </a:lnTo>
                <a:lnTo>
                  <a:pt x="75908" y="87651"/>
                </a:lnTo>
                <a:lnTo>
                  <a:pt x="0" y="43826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4044952" y="3225538"/>
            <a:ext cx="18977" cy="32869"/>
          </a:xfrm>
          <a:custGeom>
            <a:avLst/>
            <a:gdLst/>
            <a:ahLst/>
            <a:cxnLst/>
            <a:rect l="l" t="t" r="r" b="b"/>
            <a:pathLst>
              <a:path w="18977" h="32869">
                <a:moveTo>
                  <a:pt x="0" y="21913"/>
                </a:moveTo>
                <a:lnTo>
                  <a:pt x="18977" y="32869"/>
                </a:lnTo>
                <a:lnTo>
                  <a:pt x="18977" y="10956"/>
                </a:lnTo>
                <a:lnTo>
                  <a:pt x="0" y="0"/>
                </a:lnTo>
                <a:close/>
              </a:path>
            </a:pathLst>
          </a:custGeom>
          <a:solidFill>
            <a:srgbClr val="C7C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Freeform 220"/>
          <p:cNvSpPr/>
          <p:nvPr/>
        </p:nvSpPr>
        <p:spPr>
          <a:xfrm>
            <a:off x="5805075" y="3792532"/>
            <a:ext cx="877690" cy="616299"/>
          </a:xfrm>
          <a:custGeom>
            <a:avLst/>
            <a:gdLst/>
            <a:ahLst/>
            <a:cxnLst/>
            <a:rect l="l" t="t" r="r" b="b"/>
            <a:pathLst>
              <a:path w="877690" h="616299">
                <a:moveTo>
                  <a:pt x="0" y="109565"/>
                </a:moveTo>
                <a:lnTo>
                  <a:pt x="877690" y="616299"/>
                </a:lnTo>
                <a:lnTo>
                  <a:pt x="877690" y="5067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6682765" y="4282832"/>
            <a:ext cx="28465" cy="125999"/>
          </a:xfrm>
          <a:custGeom>
            <a:avLst/>
            <a:gdLst/>
            <a:ahLst/>
            <a:cxnLst/>
            <a:rect l="l" t="t" r="r" b="b"/>
            <a:pathLst>
              <a:path w="28465" h="125999">
                <a:moveTo>
                  <a:pt x="28465" y="109564"/>
                </a:moveTo>
                <a:lnTo>
                  <a:pt x="0" y="125999"/>
                </a:lnTo>
                <a:lnTo>
                  <a:pt x="0" y="16435"/>
                </a:lnTo>
                <a:lnTo>
                  <a:pt x="2846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5805075" y="3776098"/>
            <a:ext cx="906155" cy="523169"/>
          </a:xfrm>
          <a:custGeom>
            <a:avLst/>
            <a:gdLst/>
            <a:ahLst/>
            <a:cxnLst/>
            <a:rect l="l" t="t" r="r" b="b"/>
            <a:pathLst>
              <a:path w="906155" h="523169">
                <a:moveTo>
                  <a:pt x="28466" y="0"/>
                </a:moveTo>
                <a:lnTo>
                  <a:pt x="906155" y="506734"/>
                </a:lnTo>
                <a:lnTo>
                  <a:pt x="877690" y="523169"/>
                </a:lnTo>
                <a:lnTo>
                  <a:pt x="0" y="16434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7769202" y="3124191"/>
            <a:ext cx="28466" cy="136955"/>
          </a:xfrm>
          <a:custGeom>
            <a:avLst/>
            <a:gdLst/>
            <a:ahLst/>
            <a:cxnLst/>
            <a:rect l="l" t="t" r="r" b="b"/>
            <a:pathLst>
              <a:path w="28466" h="136955">
                <a:moveTo>
                  <a:pt x="0" y="120521"/>
                </a:moveTo>
                <a:lnTo>
                  <a:pt x="28466" y="136955"/>
                </a:lnTo>
                <a:lnTo>
                  <a:pt x="28466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7797668" y="3118713"/>
            <a:ext cx="37954" cy="142433"/>
          </a:xfrm>
          <a:custGeom>
            <a:avLst/>
            <a:gdLst/>
            <a:ahLst/>
            <a:cxnLst/>
            <a:rect l="l" t="t" r="r" b="b"/>
            <a:pathLst>
              <a:path w="37954" h="142433">
                <a:moveTo>
                  <a:pt x="37954" y="120520"/>
                </a:moveTo>
                <a:lnTo>
                  <a:pt x="0" y="142433"/>
                </a:lnTo>
                <a:lnTo>
                  <a:pt x="0" y="21913"/>
                </a:lnTo>
                <a:lnTo>
                  <a:pt x="3795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7769202" y="3102278"/>
            <a:ext cx="66420" cy="38348"/>
          </a:xfrm>
          <a:custGeom>
            <a:avLst/>
            <a:gdLst/>
            <a:ahLst/>
            <a:cxnLst/>
            <a:rect l="l" t="t" r="r" b="b"/>
            <a:pathLst>
              <a:path w="66420" h="38348">
                <a:moveTo>
                  <a:pt x="37954" y="0"/>
                </a:moveTo>
                <a:lnTo>
                  <a:pt x="66420" y="16435"/>
                </a:lnTo>
                <a:lnTo>
                  <a:pt x="28466" y="38348"/>
                </a:lnTo>
                <a:lnTo>
                  <a:pt x="0" y="21913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3954811" y="3710359"/>
            <a:ext cx="189771" cy="180781"/>
          </a:xfrm>
          <a:custGeom>
            <a:avLst/>
            <a:gdLst/>
            <a:ahLst/>
            <a:cxnLst/>
            <a:rect l="l" t="t" r="r" b="b"/>
            <a:pathLst>
              <a:path w="189771" h="180781">
                <a:moveTo>
                  <a:pt x="0" y="71217"/>
                </a:moveTo>
                <a:lnTo>
                  <a:pt x="189771" y="180781"/>
                </a:lnTo>
                <a:lnTo>
                  <a:pt x="189771" y="109564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4144582" y="3721316"/>
            <a:ext cx="170793" cy="169824"/>
          </a:xfrm>
          <a:custGeom>
            <a:avLst/>
            <a:gdLst/>
            <a:ahLst/>
            <a:cxnLst/>
            <a:rect l="l" t="t" r="r" b="b"/>
            <a:pathLst>
              <a:path w="170793" h="169824">
                <a:moveTo>
                  <a:pt x="170793" y="71216"/>
                </a:moveTo>
                <a:lnTo>
                  <a:pt x="0" y="169824"/>
                </a:lnTo>
                <a:lnTo>
                  <a:pt x="0" y="98607"/>
                </a:lnTo>
                <a:lnTo>
                  <a:pt x="170793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3954811" y="3611752"/>
            <a:ext cx="360564" cy="208171"/>
          </a:xfrm>
          <a:custGeom>
            <a:avLst/>
            <a:gdLst/>
            <a:ahLst/>
            <a:cxnLst/>
            <a:rect l="l" t="t" r="r" b="b"/>
            <a:pathLst>
              <a:path w="360564" h="208171">
                <a:moveTo>
                  <a:pt x="170793" y="0"/>
                </a:moveTo>
                <a:lnTo>
                  <a:pt x="360564" y="109564"/>
                </a:lnTo>
                <a:lnTo>
                  <a:pt x="189771" y="208171"/>
                </a:lnTo>
                <a:lnTo>
                  <a:pt x="0" y="98607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4082906" y="3247451"/>
            <a:ext cx="18977" cy="32869"/>
          </a:xfrm>
          <a:custGeom>
            <a:avLst/>
            <a:gdLst/>
            <a:ahLst/>
            <a:cxnLst/>
            <a:rect l="l" t="t" r="r" b="b"/>
            <a:pathLst>
              <a:path w="18977" h="32869">
                <a:moveTo>
                  <a:pt x="0" y="21912"/>
                </a:moveTo>
                <a:lnTo>
                  <a:pt x="18977" y="32869"/>
                </a:lnTo>
                <a:lnTo>
                  <a:pt x="18977" y="10956"/>
                </a:lnTo>
                <a:lnTo>
                  <a:pt x="0" y="0"/>
                </a:lnTo>
                <a:close/>
              </a:path>
            </a:pathLst>
          </a:custGeom>
          <a:solidFill>
            <a:srgbClr val="C7C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6426574" y="4080138"/>
            <a:ext cx="104374" cy="115043"/>
          </a:xfrm>
          <a:custGeom>
            <a:avLst/>
            <a:gdLst/>
            <a:ahLst/>
            <a:cxnLst/>
            <a:rect l="l" t="t" r="r" b="b"/>
            <a:pathLst>
              <a:path w="104374" h="115043">
                <a:moveTo>
                  <a:pt x="0" y="54782"/>
                </a:moveTo>
                <a:lnTo>
                  <a:pt x="104374" y="115043"/>
                </a:lnTo>
                <a:lnTo>
                  <a:pt x="104374" y="60261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6530948" y="4085617"/>
            <a:ext cx="94885" cy="109564"/>
          </a:xfrm>
          <a:custGeom>
            <a:avLst/>
            <a:gdLst/>
            <a:ahLst/>
            <a:cxnLst/>
            <a:rect l="l" t="t" r="r" b="b"/>
            <a:pathLst>
              <a:path w="94885" h="109564">
                <a:moveTo>
                  <a:pt x="94885" y="54782"/>
                </a:moveTo>
                <a:lnTo>
                  <a:pt x="0" y="109564"/>
                </a:lnTo>
                <a:lnTo>
                  <a:pt x="0" y="54782"/>
                </a:lnTo>
                <a:lnTo>
                  <a:pt x="94885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6426574" y="4025356"/>
            <a:ext cx="199259" cy="115043"/>
          </a:xfrm>
          <a:custGeom>
            <a:avLst/>
            <a:gdLst/>
            <a:ahLst/>
            <a:cxnLst/>
            <a:rect l="l" t="t" r="r" b="b"/>
            <a:pathLst>
              <a:path w="199259" h="115043">
                <a:moveTo>
                  <a:pt x="94886" y="0"/>
                </a:moveTo>
                <a:lnTo>
                  <a:pt x="199259" y="60261"/>
                </a:lnTo>
                <a:lnTo>
                  <a:pt x="104374" y="115043"/>
                </a:lnTo>
                <a:lnTo>
                  <a:pt x="0" y="54782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7541477" y="4134373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3721" y="0"/>
                </a:moveTo>
                <a:lnTo>
                  <a:pt x="308377" y="164346"/>
                </a:lnTo>
                <a:lnTo>
                  <a:pt x="284656" y="178041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7842738" y="3166647"/>
            <a:ext cx="28466" cy="136955"/>
          </a:xfrm>
          <a:custGeom>
            <a:avLst/>
            <a:gdLst/>
            <a:ahLst/>
            <a:cxnLst/>
            <a:rect l="l" t="t" r="r" b="b"/>
            <a:pathLst>
              <a:path w="28466" h="136955">
                <a:moveTo>
                  <a:pt x="0" y="120521"/>
                </a:moveTo>
                <a:lnTo>
                  <a:pt x="28466" y="136955"/>
                </a:lnTo>
                <a:lnTo>
                  <a:pt x="28466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7871204" y="3161169"/>
            <a:ext cx="37954" cy="142433"/>
          </a:xfrm>
          <a:custGeom>
            <a:avLst/>
            <a:gdLst/>
            <a:ahLst/>
            <a:cxnLst/>
            <a:rect l="l" t="t" r="r" b="b"/>
            <a:pathLst>
              <a:path w="37954" h="142433">
                <a:moveTo>
                  <a:pt x="37954" y="120520"/>
                </a:moveTo>
                <a:lnTo>
                  <a:pt x="0" y="142433"/>
                </a:lnTo>
                <a:lnTo>
                  <a:pt x="0" y="21913"/>
                </a:lnTo>
                <a:lnTo>
                  <a:pt x="3795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7842738" y="3144734"/>
            <a:ext cx="66420" cy="38348"/>
          </a:xfrm>
          <a:custGeom>
            <a:avLst/>
            <a:gdLst/>
            <a:ahLst/>
            <a:cxnLst/>
            <a:rect l="l" t="t" r="r" b="b"/>
            <a:pathLst>
              <a:path w="66420" h="38348">
                <a:moveTo>
                  <a:pt x="37954" y="0"/>
                </a:moveTo>
                <a:lnTo>
                  <a:pt x="66420" y="16435"/>
                </a:lnTo>
                <a:lnTo>
                  <a:pt x="28466" y="38348"/>
                </a:lnTo>
                <a:lnTo>
                  <a:pt x="0" y="21913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6749184" y="4113008"/>
            <a:ext cx="94886" cy="109564"/>
          </a:xfrm>
          <a:custGeom>
            <a:avLst/>
            <a:gdLst/>
            <a:ahLst/>
            <a:cxnLst/>
            <a:rect l="l" t="t" r="r" b="b"/>
            <a:pathLst>
              <a:path w="94886" h="109564">
                <a:moveTo>
                  <a:pt x="0" y="54782"/>
                </a:moveTo>
                <a:lnTo>
                  <a:pt x="94886" y="109564"/>
                </a:lnTo>
                <a:lnTo>
                  <a:pt x="94886" y="54782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6844070" y="4107529"/>
            <a:ext cx="104374" cy="115043"/>
          </a:xfrm>
          <a:custGeom>
            <a:avLst/>
            <a:gdLst/>
            <a:ahLst/>
            <a:cxnLst/>
            <a:rect l="l" t="t" r="r" b="b"/>
            <a:pathLst>
              <a:path w="104374" h="115043">
                <a:moveTo>
                  <a:pt x="104374" y="54782"/>
                </a:moveTo>
                <a:lnTo>
                  <a:pt x="0" y="115043"/>
                </a:lnTo>
                <a:lnTo>
                  <a:pt x="0" y="60261"/>
                </a:lnTo>
                <a:lnTo>
                  <a:pt x="104374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Freeform 239"/>
          <p:cNvSpPr/>
          <p:nvPr/>
        </p:nvSpPr>
        <p:spPr>
          <a:xfrm>
            <a:off x="6749184" y="4052747"/>
            <a:ext cx="199260" cy="115043"/>
          </a:xfrm>
          <a:custGeom>
            <a:avLst/>
            <a:gdLst/>
            <a:ahLst/>
            <a:cxnLst/>
            <a:rect l="l" t="t" r="r" b="b"/>
            <a:pathLst>
              <a:path w="199260" h="115043">
                <a:moveTo>
                  <a:pt x="104374" y="0"/>
                </a:moveTo>
                <a:lnTo>
                  <a:pt x="199260" y="54782"/>
                </a:lnTo>
                <a:lnTo>
                  <a:pt x="94886" y="115043"/>
                </a:lnTo>
                <a:lnTo>
                  <a:pt x="0" y="60261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4291654" y="4161764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84656" y="0"/>
                </a:moveTo>
                <a:lnTo>
                  <a:pt x="308377" y="13695"/>
                </a:lnTo>
                <a:lnTo>
                  <a:pt x="23721" y="178041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6047033" y="5011434"/>
            <a:ext cx="284656" cy="230084"/>
          </a:xfrm>
          <a:custGeom>
            <a:avLst/>
            <a:gdLst/>
            <a:ahLst/>
            <a:cxnLst/>
            <a:rect l="l" t="t" r="r" b="b"/>
            <a:pathLst>
              <a:path w="284656" h="230084">
                <a:moveTo>
                  <a:pt x="0" y="65738"/>
                </a:moveTo>
                <a:lnTo>
                  <a:pt x="284656" y="230084"/>
                </a:lnTo>
                <a:lnTo>
                  <a:pt x="284656" y="164346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6331689" y="3518622"/>
            <a:ext cx="2870282" cy="1722896"/>
          </a:xfrm>
          <a:custGeom>
            <a:avLst/>
            <a:gdLst/>
            <a:ahLst/>
            <a:cxnLst/>
            <a:rect l="l" t="t" r="r" b="b"/>
            <a:pathLst>
              <a:path w="2870282" h="1722896">
                <a:moveTo>
                  <a:pt x="2870282" y="65738"/>
                </a:moveTo>
                <a:lnTo>
                  <a:pt x="0" y="1722896"/>
                </a:lnTo>
                <a:lnTo>
                  <a:pt x="0" y="1657158"/>
                </a:lnTo>
                <a:lnTo>
                  <a:pt x="2870282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6047033" y="3354276"/>
            <a:ext cx="3154938" cy="1821504"/>
          </a:xfrm>
          <a:custGeom>
            <a:avLst/>
            <a:gdLst/>
            <a:ahLst/>
            <a:cxnLst/>
            <a:rect l="l" t="t" r="r" b="b"/>
            <a:pathLst>
              <a:path w="3154938" h="1821504">
                <a:moveTo>
                  <a:pt x="2870282" y="0"/>
                </a:moveTo>
                <a:lnTo>
                  <a:pt x="3154938" y="164346"/>
                </a:lnTo>
                <a:lnTo>
                  <a:pt x="284656" y="1821504"/>
                </a:lnTo>
                <a:lnTo>
                  <a:pt x="0" y="1657158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916274" y="3209103"/>
            <a:ext cx="28466" cy="136955"/>
          </a:xfrm>
          <a:custGeom>
            <a:avLst/>
            <a:gdLst/>
            <a:ahLst/>
            <a:cxnLst/>
            <a:rect l="l" t="t" r="r" b="b"/>
            <a:pathLst>
              <a:path w="28466" h="136955">
                <a:moveTo>
                  <a:pt x="0" y="120521"/>
                </a:moveTo>
                <a:lnTo>
                  <a:pt x="28466" y="136955"/>
                </a:lnTo>
                <a:lnTo>
                  <a:pt x="28466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7944740" y="3203625"/>
            <a:ext cx="37954" cy="142433"/>
          </a:xfrm>
          <a:custGeom>
            <a:avLst/>
            <a:gdLst/>
            <a:ahLst/>
            <a:cxnLst/>
            <a:rect l="l" t="t" r="r" b="b"/>
            <a:pathLst>
              <a:path w="37954" h="142433">
                <a:moveTo>
                  <a:pt x="37954" y="120521"/>
                </a:moveTo>
                <a:lnTo>
                  <a:pt x="0" y="142433"/>
                </a:lnTo>
                <a:lnTo>
                  <a:pt x="0" y="21913"/>
                </a:lnTo>
                <a:lnTo>
                  <a:pt x="3795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916274" y="3187190"/>
            <a:ext cx="66420" cy="38348"/>
          </a:xfrm>
          <a:custGeom>
            <a:avLst/>
            <a:gdLst/>
            <a:ahLst/>
            <a:cxnLst/>
            <a:rect l="l" t="t" r="r" b="b"/>
            <a:pathLst>
              <a:path w="66420" h="38348">
                <a:moveTo>
                  <a:pt x="37954" y="0"/>
                </a:moveTo>
                <a:lnTo>
                  <a:pt x="66420" y="16435"/>
                </a:lnTo>
                <a:lnTo>
                  <a:pt x="28466" y="38348"/>
                </a:lnTo>
                <a:lnTo>
                  <a:pt x="0" y="21913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470313" y="4189702"/>
            <a:ext cx="199259" cy="142434"/>
          </a:xfrm>
          <a:custGeom>
            <a:avLst/>
            <a:gdLst/>
            <a:ahLst/>
            <a:cxnLst/>
            <a:rect l="l" t="t" r="r" b="b"/>
            <a:pathLst>
              <a:path w="199259" h="142434">
                <a:moveTo>
                  <a:pt x="0" y="27392"/>
                </a:moveTo>
                <a:lnTo>
                  <a:pt x="199259" y="142434"/>
                </a:lnTo>
                <a:lnTo>
                  <a:pt x="199259" y="115043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7669572" y="4167790"/>
            <a:ext cx="237214" cy="164346"/>
          </a:xfrm>
          <a:custGeom>
            <a:avLst/>
            <a:gdLst/>
            <a:ahLst/>
            <a:cxnLst/>
            <a:rect l="l" t="t" r="r" b="b"/>
            <a:pathLst>
              <a:path w="237214" h="164346">
                <a:moveTo>
                  <a:pt x="237214" y="27391"/>
                </a:moveTo>
                <a:lnTo>
                  <a:pt x="0" y="164346"/>
                </a:lnTo>
                <a:lnTo>
                  <a:pt x="0" y="136955"/>
                </a:lnTo>
                <a:lnTo>
                  <a:pt x="237214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7470313" y="4052747"/>
            <a:ext cx="436473" cy="251998"/>
          </a:xfrm>
          <a:custGeom>
            <a:avLst/>
            <a:gdLst/>
            <a:ahLst/>
            <a:cxnLst/>
            <a:rect l="l" t="t" r="r" b="b"/>
            <a:pathLst>
              <a:path w="436473" h="251998">
                <a:moveTo>
                  <a:pt x="237213" y="0"/>
                </a:moveTo>
                <a:lnTo>
                  <a:pt x="436473" y="115043"/>
                </a:lnTo>
                <a:lnTo>
                  <a:pt x="199259" y="251998"/>
                </a:lnTo>
                <a:lnTo>
                  <a:pt x="0" y="136955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7565198" y="4102051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51817" y="0"/>
                </a:moveTo>
                <a:lnTo>
                  <a:pt x="170794" y="10957"/>
                </a:lnTo>
                <a:lnTo>
                  <a:pt x="18978" y="98608"/>
                </a:lnTo>
                <a:lnTo>
                  <a:pt x="0" y="87651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eeform 251"/>
          <p:cNvSpPr/>
          <p:nvPr/>
        </p:nvSpPr>
        <p:spPr>
          <a:xfrm>
            <a:off x="7669572" y="4129442"/>
            <a:ext cx="113863" cy="65739"/>
          </a:xfrm>
          <a:custGeom>
            <a:avLst/>
            <a:gdLst/>
            <a:ahLst/>
            <a:cxnLst/>
            <a:rect l="l" t="t" r="r" b="b"/>
            <a:pathLst>
              <a:path w="113863" h="65739">
                <a:moveTo>
                  <a:pt x="94886" y="0"/>
                </a:moveTo>
                <a:lnTo>
                  <a:pt x="113863" y="10957"/>
                </a:lnTo>
                <a:lnTo>
                  <a:pt x="18977" y="65739"/>
                </a:lnTo>
                <a:lnTo>
                  <a:pt x="0" y="54782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eeform 252"/>
          <p:cNvSpPr/>
          <p:nvPr/>
        </p:nvSpPr>
        <p:spPr>
          <a:xfrm>
            <a:off x="7698038" y="4151355"/>
            <a:ext cx="142328" cy="82173"/>
          </a:xfrm>
          <a:custGeom>
            <a:avLst/>
            <a:gdLst/>
            <a:ahLst/>
            <a:cxnLst/>
            <a:rect l="l" t="t" r="r" b="b"/>
            <a:pathLst>
              <a:path w="142328" h="82173">
                <a:moveTo>
                  <a:pt x="104374" y="0"/>
                </a:moveTo>
                <a:lnTo>
                  <a:pt x="142328" y="21913"/>
                </a:lnTo>
                <a:lnTo>
                  <a:pt x="37954" y="82173"/>
                </a:lnTo>
                <a:lnTo>
                  <a:pt x="0" y="602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3366522" y="3420014"/>
            <a:ext cx="2965167" cy="1821504"/>
          </a:xfrm>
          <a:custGeom>
            <a:avLst/>
            <a:gdLst/>
            <a:ahLst/>
            <a:cxnLst/>
            <a:rect l="l" t="t" r="r" b="b"/>
            <a:pathLst>
              <a:path w="2965167" h="1821504">
                <a:moveTo>
                  <a:pt x="0" y="109564"/>
                </a:moveTo>
                <a:lnTo>
                  <a:pt x="2965167" y="1821504"/>
                </a:lnTo>
                <a:lnTo>
                  <a:pt x="2965167" y="1711940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6331689" y="5115520"/>
            <a:ext cx="28465" cy="125998"/>
          </a:xfrm>
          <a:custGeom>
            <a:avLst/>
            <a:gdLst/>
            <a:ahLst/>
            <a:cxnLst/>
            <a:rect l="l" t="t" r="r" b="b"/>
            <a:pathLst>
              <a:path w="28465" h="125998">
                <a:moveTo>
                  <a:pt x="28465" y="109564"/>
                </a:moveTo>
                <a:lnTo>
                  <a:pt x="0" y="125998"/>
                </a:lnTo>
                <a:lnTo>
                  <a:pt x="0" y="16434"/>
                </a:lnTo>
                <a:lnTo>
                  <a:pt x="2846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3366522" y="3403580"/>
            <a:ext cx="2993632" cy="1728374"/>
          </a:xfrm>
          <a:custGeom>
            <a:avLst/>
            <a:gdLst/>
            <a:ahLst/>
            <a:cxnLst/>
            <a:rect l="l" t="t" r="r" b="b"/>
            <a:pathLst>
              <a:path w="2993632" h="1728374">
                <a:moveTo>
                  <a:pt x="28465" y="0"/>
                </a:moveTo>
                <a:lnTo>
                  <a:pt x="2993632" y="1711940"/>
                </a:lnTo>
                <a:lnTo>
                  <a:pt x="2965167" y="1728374"/>
                </a:lnTo>
                <a:lnTo>
                  <a:pt x="0" y="16434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Freeform 256"/>
          <p:cNvSpPr/>
          <p:nvPr/>
        </p:nvSpPr>
        <p:spPr>
          <a:xfrm>
            <a:off x="7674317" y="3233755"/>
            <a:ext cx="521869" cy="383475"/>
          </a:xfrm>
          <a:custGeom>
            <a:avLst/>
            <a:gdLst/>
            <a:ahLst/>
            <a:cxnLst/>
            <a:rect l="l" t="t" r="r" b="b"/>
            <a:pathLst>
              <a:path w="521869" h="383475">
                <a:moveTo>
                  <a:pt x="0" y="82173"/>
                </a:moveTo>
                <a:lnTo>
                  <a:pt x="521869" y="383475"/>
                </a:lnTo>
                <a:lnTo>
                  <a:pt x="521869" y="301302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eeform 257"/>
          <p:cNvSpPr/>
          <p:nvPr/>
        </p:nvSpPr>
        <p:spPr>
          <a:xfrm>
            <a:off x="8196186" y="3469318"/>
            <a:ext cx="113862" cy="147912"/>
          </a:xfrm>
          <a:custGeom>
            <a:avLst/>
            <a:gdLst/>
            <a:ahLst/>
            <a:cxnLst/>
            <a:rect l="l" t="t" r="r" b="b"/>
            <a:pathLst>
              <a:path w="113862" h="147912">
                <a:moveTo>
                  <a:pt x="113862" y="82173"/>
                </a:moveTo>
                <a:lnTo>
                  <a:pt x="0" y="147912"/>
                </a:lnTo>
                <a:lnTo>
                  <a:pt x="0" y="65739"/>
                </a:lnTo>
                <a:lnTo>
                  <a:pt x="113862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7674317" y="3168017"/>
            <a:ext cx="635731" cy="367040"/>
          </a:xfrm>
          <a:custGeom>
            <a:avLst/>
            <a:gdLst/>
            <a:ahLst/>
            <a:cxnLst/>
            <a:rect l="l" t="t" r="r" b="b"/>
            <a:pathLst>
              <a:path w="635731" h="367040">
                <a:moveTo>
                  <a:pt x="113862" y="0"/>
                </a:moveTo>
                <a:lnTo>
                  <a:pt x="635731" y="301301"/>
                </a:lnTo>
                <a:lnTo>
                  <a:pt x="521869" y="367040"/>
                </a:lnTo>
                <a:lnTo>
                  <a:pt x="0" y="65738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Freeform 259"/>
          <p:cNvSpPr/>
          <p:nvPr/>
        </p:nvSpPr>
        <p:spPr>
          <a:xfrm>
            <a:off x="7399149" y="4216546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3721" y="0"/>
                </a:moveTo>
                <a:lnTo>
                  <a:pt x="308377" y="164346"/>
                </a:lnTo>
                <a:lnTo>
                  <a:pt x="284656" y="178041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989810" y="3251559"/>
            <a:ext cx="28466" cy="136956"/>
          </a:xfrm>
          <a:custGeom>
            <a:avLst/>
            <a:gdLst/>
            <a:ahLst/>
            <a:cxnLst/>
            <a:rect l="l" t="t" r="r" b="b"/>
            <a:pathLst>
              <a:path w="28466" h="136956">
                <a:moveTo>
                  <a:pt x="0" y="120521"/>
                </a:moveTo>
                <a:lnTo>
                  <a:pt x="28466" y="136956"/>
                </a:lnTo>
                <a:lnTo>
                  <a:pt x="28466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8018276" y="3246081"/>
            <a:ext cx="37954" cy="142434"/>
          </a:xfrm>
          <a:custGeom>
            <a:avLst/>
            <a:gdLst/>
            <a:ahLst/>
            <a:cxnLst/>
            <a:rect l="l" t="t" r="r" b="b"/>
            <a:pathLst>
              <a:path w="37954" h="142434">
                <a:moveTo>
                  <a:pt x="37954" y="120521"/>
                </a:moveTo>
                <a:lnTo>
                  <a:pt x="0" y="142434"/>
                </a:lnTo>
                <a:lnTo>
                  <a:pt x="0" y="21913"/>
                </a:lnTo>
                <a:lnTo>
                  <a:pt x="3795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989810" y="3229646"/>
            <a:ext cx="66420" cy="38348"/>
          </a:xfrm>
          <a:custGeom>
            <a:avLst/>
            <a:gdLst/>
            <a:ahLst/>
            <a:cxnLst/>
            <a:rect l="l" t="t" r="r" b="b"/>
            <a:pathLst>
              <a:path w="66420" h="38348">
                <a:moveTo>
                  <a:pt x="37955" y="0"/>
                </a:moveTo>
                <a:lnTo>
                  <a:pt x="66420" y="16435"/>
                </a:lnTo>
                <a:lnTo>
                  <a:pt x="28466" y="38348"/>
                </a:lnTo>
                <a:lnTo>
                  <a:pt x="0" y="21913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4433982" y="4243937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5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5714934" y="3515883"/>
            <a:ext cx="142328" cy="958686"/>
          </a:xfrm>
          <a:custGeom>
            <a:avLst/>
            <a:gdLst/>
            <a:ahLst/>
            <a:cxnLst/>
            <a:rect l="l" t="t" r="r" b="b"/>
            <a:pathLst>
              <a:path w="142328" h="958686">
                <a:moveTo>
                  <a:pt x="0" y="876513"/>
                </a:moveTo>
                <a:lnTo>
                  <a:pt x="142328" y="958686"/>
                </a:lnTo>
                <a:lnTo>
                  <a:pt x="142328" y="82173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5857262" y="3515883"/>
            <a:ext cx="142328" cy="958686"/>
          </a:xfrm>
          <a:custGeom>
            <a:avLst/>
            <a:gdLst/>
            <a:ahLst/>
            <a:cxnLst/>
            <a:rect l="l" t="t" r="r" b="b"/>
            <a:pathLst>
              <a:path w="142328" h="958686">
                <a:moveTo>
                  <a:pt x="142328" y="876513"/>
                </a:moveTo>
                <a:lnTo>
                  <a:pt x="0" y="958686"/>
                </a:lnTo>
                <a:lnTo>
                  <a:pt x="0" y="82173"/>
                </a:lnTo>
                <a:lnTo>
                  <a:pt x="142328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5714934" y="3433710"/>
            <a:ext cx="284656" cy="164346"/>
          </a:xfrm>
          <a:custGeom>
            <a:avLst/>
            <a:gdLst/>
            <a:ahLst/>
            <a:cxnLst/>
            <a:rect l="l" t="t" r="r" b="b"/>
            <a:pathLst>
              <a:path w="284656" h="164346">
                <a:moveTo>
                  <a:pt x="142328" y="0"/>
                </a:moveTo>
                <a:lnTo>
                  <a:pt x="284656" y="82173"/>
                </a:lnTo>
                <a:lnTo>
                  <a:pt x="142328" y="164346"/>
                </a:lnTo>
                <a:lnTo>
                  <a:pt x="0" y="82173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5572606" y="4392396"/>
            <a:ext cx="284656" cy="246520"/>
          </a:xfrm>
          <a:custGeom>
            <a:avLst/>
            <a:gdLst/>
            <a:ahLst/>
            <a:cxnLst/>
            <a:rect l="l" t="t" r="r" b="b"/>
            <a:pathLst>
              <a:path w="284656" h="246520">
                <a:moveTo>
                  <a:pt x="0" y="82173"/>
                </a:moveTo>
                <a:lnTo>
                  <a:pt x="284656" y="246520"/>
                </a:lnTo>
                <a:lnTo>
                  <a:pt x="284656" y="164346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5857262" y="4406092"/>
            <a:ext cx="260935" cy="232824"/>
          </a:xfrm>
          <a:custGeom>
            <a:avLst/>
            <a:gdLst/>
            <a:ahLst/>
            <a:cxnLst/>
            <a:rect l="l" t="t" r="r" b="b"/>
            <a:pathLst>
              <a:path w="260935" h="232824">
                <a:moveTo>
                  <a:pt x="260935" y="82173"/>
                </a:moveTo>
                <a:lnTo>
                  <a:pt x="0" y="232824"/>
                </a:lnTo>
                <a:lnTo>
                  <a:pt x="0" y="150650"/>
                </a:lnTo>
                <a:lnTo>
                  <a:pt x="26093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Freeform 269"/>
          <p:cNvSpPr/>
          <p:nvPr/>
        </p:nvSpPr>
        <p:spPr>
          <a:xfrm>
            <a:off x="5572606" y="4241745"/>
            <a:ext cx="545591" cy="314997"/>
          </a:xfrm>
          <a:custGeom>
            <a:avLst/>
            <a:gdLst/>
            <a:ahLst/>
            <a:cxnLst/>
            <a:rect l="l" t="t" r="r" b="b"/>
            <a:pathLst>
              <a:path w="545591" h="314997">
                <a:moveTo>
                  <a:pt x="260935" y="0"/>
                </a:moveTo>
                <a:lnTo>
                  <a:pt x="545591" y="164347"/>
                </a:lnTo>
                <a:lnTo>
                  <a:pt x="284656" y="314997"/>
                </a:lnTo>
                <a:lnTo>
                  <a:pt x="0" y="150651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8063347" y="3294015"/>
            <a:ext cx="28465" cy="136956"/>
          </a:xfrm>
          <a:custGeom>
            <a:avLst/>
            <a:gdLst/>
            <a:ahLst/>
            <a:cxnLst/>
            <a:rect l="l" t="t" r="r" b="b"/>
            <a:pathLst>
              <a:path w="28465" h="136956">
                <a:moveTo>
                  <a:pt x="0" y="120521"/>
                </a:moveTo>
                <a:lnTo>
                  <a:pt x="28465" y="136956"/>
                </a:lnTo>
                <a:lnTo>
                  <a:pt x="28465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8091812" y="3288537"/>
            <a:ext cx="37954" cy="142434"/>
          </a:xfrm>
          <a:custGeom>
            <a:avLst/>
            <a:gdLst/>
            <a:ahLst/>
            <a:cxnLst/>
            <a:rect l="l" t="t" r="r" b="b"/>
            <a:pathLst>
              <a:path w="37954" h="142434">
                <a:moveTo>
                  <a:pt x="37954" y="120521"/>
                </a:moveTo>
                <a:lnTo>
                  <a:pt x="0" y="142434"/>
                </a:lnTo>
                <a:lnTo>
                  <a:pt x="0" y="21913"/>
                </a:lnTo>
                <a:lnTo>
                  <a:pt x="3795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8063347" y="3272103"/>
            <a:ext cx="66419" cy="38347"/>
          </a:xfrm>
          <a:custGeom>
            <a:avLst/>
            <a:gdLst/>
            <a:ahLst/>
            <a:cxnLst/>
            <a:rect l="l" t="t" r="r" b="b"/>
            <a:pathLst>
              <a:path w="66419" h="38347">
                <a:moveTo>
                  <a:pt x="37954" y="0"/>
                </a:moveTo>
                <a:lnTo>
                  <a:pt x="66419" y="16434"/>
                </a:lnTo>
                <a:lnTo>
                  <a:pt x="28465" y="38347"/>
                </a:lnTo>
                <a:lnTo>
                  <a:pt x="0" y="21912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256821" y="4298719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6"/>
                </a:lnTo>
                <a:lnTo>
                  <a:pt x="284656" y="178042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3081866" y="3628186"/>
            <a:ext cx="2965167" cy="1777679"/>
          </a:xfrm>
          <a:custGeom>
            <a:avLst/>
            <a:gdLst/>
            <a:ahLst/>
            <a:cxnLst/>
            <a:rect l="l" t="t" r="r" b="b"/>
            <a:pathLst>
              <a:path w="2965167" h="1777679">
                <a:moveTo>
                  <a:pt x="0" y="65739"/>
                </a:moveTo>
                <a:lnTo>
                  <a:pt x="2965167" y="1777679"/>
                </a:lnTo>
                <a:lnTo>
                  <a:pt x="2965167" y="1711940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Freeform 275"/>
          <p:cNvSpPr/>
          <p:nvPr/>
        </p:nvSpPr>
        <p:spPr>
          <a:xfrm>
            <a:off x="6047033" y="5175780"/>
            <a:ext cx="284656" cy="230085"/>
          </a:xfrm>
          <a:custGeom>
            <a:avLst/>
            <a:gdLst/>
            <a:ahLst/>
            <a:cxnLst/>
            <a:rect l="l" t="t" r="r" b="b"/>
            <a:pathLst>
              <a:path w="284656" h="230085">
                <a:moveTo>
                  <a:pt x="284656" y="65738"/>
                </a:moveTo>
                <a:lnTo>
                  <a:pt x="0" y="230085"/>
                </a:lnTo>
                <a:lnTo>
                  <a:pt x="0" y="164346"/>
                </a:lnTo>
                <a:lnTo>
                  <a:pt x="284656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3081866" y="3463840"/>
            <a:ext cx="3249823" cy="1876286"/>
          </a:xfrm>
          <a:custGeom>
            <a:avLst/>
            <a:gdLst/>
            <a:ahLst/>
            <a:cxnLst/>
            <a:rect l="l" t="t" r="r" b="b"/>
            <a:pathLst>
              <a:path w="3249823" h="1876286">
                <a:moveTo>
                  <a:pt x="284656" y="0"/>
                </a:moveTo>
                <a:lnTo>
                  <a:pt x="3249823" y="1711940"/>
                </a:lnTo>
                <a:lnTo>
                  <a:pt x="2965167" y="1876286"/>
                </a:lnTo>
                <a:lnTo>
                  <a:pt x="0" y="164346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8136883" y="3336472"/>
            <a:ext cx="28465" cy="136955"/>
          </a:xfrm>
          <a:custGeom>
            <a:avLst/>
            <a:gdLst/>
            <a:ahLst/>
            <a:cxnLst/>
            <a:rect l="l" t="t" r="r" b="b"/>
            <a:pathLst>
              <a:path w="28465" h="136955">
                <a:moveTo>
                  <a:pt x="0" y="120520"/>
                </a:moveTo>
                <a:lnTo>
                  <a:pt x="28465" y="136955"/>
                </a:lnTo>
                <a:lnTo>
                  <a:pt x="28465" y="16434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Freeform 278"/>
          <p:cNvSpPr/>
          <p:nvPr/>
        </p:nvSpPr>
        <p:spPr>
          <a:xfrm>
            <a:off x="8165348" y="3330993"/>
            <a:ext cx="37954" cy="142434"/>
          </a:xfrm>
          <a:custGeom>
            <a:avLst/>
            <a:gdLst/>
            <a:ahLst/>
            <a:cxnLst/>
            <a:rect l="l" t="t" r="r" b="b"/>
            <a:pathLst>
              <a:path w="37954" h="142434">
                <a:moveTo>
                  <a:pt x="37954" y="120521"/>
                </a:moveTo>
                <a:lnTo>
                  <a:pt x="0" y="142434"/>
                </a:lnTo>
                <a:lnTo>
                  <a:pt x="0" y="21913"/>
                </a:lnTo>
                <a:lnTo>
                  <a:pt x="3795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8136883" y="3314559"/>
            <a:ext cx="66419" cy="38347"/>
          </a:xfrm>
          <a:custGeom>
            <a:avLst/>
            <a:gdLst/>
            <a:ahLst/>
            <a:cxnLst/>
            <a:rect l="l" t="t" r="r" b="b"/>
            <a:pathLst>
              <a:path w="66419" h="38347">
                <a:moveTo>
                  <a:pt x="37954" y="0"/>
                </a:moveTo>
                <a:lnTo>
                  <a:pt x="66419" y="16434"/>
                </a:lnTo>
                <a:lnTo>
                  <a:pt x="28465" y="38347"/>
                </a:lnTo>
                <a:lnTo>
                  <a:pt x="0" y="21913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4576310" y="4326110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5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8125022" y="3576143"/>
            <a:ext cx="71164" cy="725863"/>
          </a:xfrm>
          <a:custGeom>
            <a:avLst/>
            <a:gdLst/>
            <a:ahLst/>
            <a:cxnLst/>
            <a:rect l="l" t="t" r="r" b="b"/>
            <a:pathLst>
              <a:path w="71164" h="725863">
                <a:moveTo>
                  <a:pt x="0" y="684776"/>
                </a:moveTo>
                <a:lnTo>
                  <a:pt x="71164" y="725863"/>
                </a:lnTo>
                <a:lnTo>
                  <a:pt x="71164" y="41087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8196186" y="3551491"/>
            <a:ext cx="113862" cy="750515"/>
          </a:xfrm>
          <a:custGeom>
            <a:avLst/>
            <a:gdLst/>
            <a:ahLst/>
            <a:cxnLst/>
            <a:rect l="l" t="t" r="r" b="b"/>
            <a:pathLst>
              <a:path w="113862" h="750515">
                <a:moveTo>
                  <a:pt x="113862" y="684776"/>
                </a:moveTo>
                <a:lnTo>
                  <a:pt x="0" y="750515"/>
                </a:lnTo>
                <a:lnTo>
                  <a:pt x="0" y="65739"/>
                </a:lnTo>
                <a:lnTo>
                  <a:pt x="113862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8125022" y="3510405"/>
            <a:ext cx="185026" cy="106825"/>
          </a:xfrm>
          <a:custGeom>
            <a:avLst/>
            <a:gdLst/>
            <a:ahLst/>
            <a:cxnLst/>
            <a:rect l="l" t="t" r="r" b="b"/>
            <a:pathLst>
              <a:path w="185026" h="106825">
                <a:moveTo>
                  <a:pt x="113862" y="0"/>
                </a:moveTo>
                <a:lnTo>
                  <a:pt x="185026" y="41086"/>
                </a:lnTo>
                <a:lnTo>
                  <a:pt x="71164" y="106825"/>
                </a:lnTo>
                <a:lnTo>
                  <a:pt x="0" y="65738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6331689" y="5131954"/>
            <a:ext cx="28465" cy="125999"/>
          </a:xfrm>
          <a:custGeom>
            <a:avLst/>
            <a:gdLst/>
            <a:ahLst/>
            <a:cxnLst/>
            <a:rect l="l" t="t" r="r" b="b"/>
            <a:pathLst>
              <a:path w="28465" h="125999">
                <a:moveTo>
                  <a:pt x="0" y="109564"/>
                </a:moveTo>
                <a:lnTo>
                  <a:pt x="28465" y="125999"/>
                </a:lnTo>
                <a:lnTo>
                  <a:pt x="28465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6360154" y="3491231"/>
            <a:ext cx="2870282" cy="1766722"/>
          </a:xfrm>
          <a:custGeom>
            <a:avLst/>
            <a:gdLst/>
            <a:ahLst/>
            <a:cxnLst/>
            <a:rect l="l" t="t" r="r" b="b"/>
            <a:pathLst>
              <a:path w="2870282" h="1766722">
                <a:moveTo>
                  <a:pt x="2870282" y="109564"/>
                </a:moveTo>
                <a:lnTo>
                  <a:pt x="0" y="1766722"/>
                </a:lnTo>
                <a:lnTo>
                  <a:pt x="0" y="1657158"/>
                </a:lnTo>
                <a:lnTo>
                  <a:pt x="2870282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6331689" y="3474796"/>
            <a:ext cx="2898747" cy="1673593"/>
          </a:xfrm>
          <a:custGeom>
            <a:avLst/>
            <a:gdLst/>
            <a:ahLst/>
            <a:cxnLst/>
            <a:rect l="l" t="t" r="r" b="b"/>
            <a:pathLst>
              <a:path w="2898747" h="1673593">
                <a:moveTo>
                  <a:pt x="2870282" y="0"/>
                </a:moveTo>
                <a:lnTo>
                  <a:pt x="2898747" y="16435"/>
                </a:lnTo>
                <a:lnTo>
                  <a:pt x="28465" y="1673593"/>
                </a:lnTo>
                <a:lnTo>
                  <a:pt x="0" y="1657158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7114493" y="4380892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6"/>
                </a:lnTo>
                <a:lnTo>
                  <a:pt x="284656" y="178042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4718638" y="4408283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4571566" y="4411570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0" y="27391"/>
                </a:moveTo>
                <a:lnTo>
                  <a:pt x="237213" y="164346"/>
                </a:lnTo>
                <a:lnTo>
                  <a:pt x="237213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4808779" y="4433483"/>
            <a:ext cx="199259" cy="142433"/>
          </a:xfrm>
          <a:custGeom>
            <a:avLst/>
            <a:gdLst/>
            <a:ahLst/>
            <a:cxnLst/>
            <a:rect l="l" t="t" r="r" b="b"/>
            <a:pathLst>
              <a:path w="199259" h="142433">
                <a:moveTo>
                  <a:pt x="199259" y="27391"/>
                </a:moveTo>
                <a:lnTo>
                  <a:pt x="0" y="142433"/>
                </a:lnTo>
                <a:lnTo>
                  <a:pt x="0" y="115042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Freeform 291"/>
          <p:cNvSpPr/>
          <p:nvPr/>
        </p:nvSpPr>
        <p:spPr>
          <a:xfrm>
            <a:off x="4571566" y="4296528"/>
            <a:ext cx="436472" cy="251997"/>
          </a:xfrm>
          <a:custGeom>
            <a:avLst/>
            <a:gdLst/>
            <a:ahLst/>
            <a:cxnLst/>
            <a:rect l="l" t="t" r="r" b="b"/>
            <a:pathLst>
              <a:path w="436472" h="251997">
                <a:moveTo>
                  <a:pt x="199259" y="0"/>
                </a:moveTo>
                <a:lnTo>
                  <a:pt x="436472" y="136955"/>
                </a:lnTo>
                <a:lnTo>
                  <a:pt x="237213" y="251997"/>
                </a:lnTo>
                <a:lnTo>
                  <a:pt x="0" y="115042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Freeform 292"/>
          <p:cNvSpPr/>
          <p:nvPr/>
        </p:nvSpPr>
        <p:spPr>
          <a:xfrm>
            <a:off x="4742359" y="4345831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8977" y="0"/>
                </a:moveTo>
                <a:lnTo>
                  <a:pt x="170794" y="87652"/>
                </a:lnTo>
                <a:lnTo>
                  <a:pt x="151817" y="98608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Freeform 293"/>
          <p:cNvSpPr/>
          <p:nvPr/>
        </p:nvSpPr>
        <p:spPr>
          <a:xfrm>
            <a:off x="4694917" y="4373222"/>
            <a:ext cx="113862" cy="65739"/>
          </a:xfrm>
          <a:custGeom>
            <a:avLst/>
            <a:gdLst/>
            <a:ahLst/>
            <a:cxnLst/>
            <a:rect l="l" t="t" r="r" b="b"/>
            <a:pathLst>
              <a:path w="113862" h="65739">
                <a:moveTo>
                  <a:pt x="18977" y="0"/>
                </a:moveTo>
                <a:lnTo>
                  <a:pt x="113862" y="54783"/>
                </a:lnTo>
                <a:lnTo>
                  <a:pt x="94885" y="65739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eeform 294"/>
          <p:cNvSpPr/>
          <p:nvPr/>
        </p:nvSpPr>
        <p:spPr>
          <a:xfrm>
            <a:off x="8110789" y="4077399"/>
            <a:ext cx="213492" cy="424561"/>
          </a:xfrm>
          <a:custGeom>
            <a:avLst/>
            <a:gdLst/>
            <a:ahLst/>
            <a:cxnLst/>
            <a:rect l="l" t="t" r="r" b="b"/>
            <a:pathLst>
              <a:path w="213492" h="424561">
                <a:moveTo>
                  <a:pt x="0" y="301302"/>
                </a:moveTo>
                <a:lnTo>
                  <a:pt x="213492" y="424561"/>
                </a:lnTo>
                <a:lnTo>
                  <a:pt x="213492" y="123260"/>
                </a:lnTo>
                <a:lnTo>
                  <a:pt x="0" y="0"/>
                </a:lnTo>
                <a:close/>
              </a:path>
            </a:pathLst>
          </a:custGeom>
          <a:solidFill>
            <a:srgbClr val="3336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8324281" y="3981531"/>
            <a:ext cx="379542" cy="520429"/>
          </a:xfrm>
          <a:custGeom>
            <a:avLst/>
            <a:gdLst/>
            <a:ahLst/>
            <a:cxnLst/>
            <a:rect l="l" t="t" r="r" b="b"/>
            <a:pathLst>
              <a:path w="379542" h="520429">
                <a:moveTo>
                  <a:pt x="379542" y="301301"/>
                </a:moveTo>
                <a:lnTo>
                  <a:pt x="0" y="520429"/>
                </a:lnTo>
                <a:lnTo>
                  <a:pt x="0" y="219128"/>
                </a:lnTo>
                <a:lnTo>
                  <a:pt x="379542" y="0"/>
                </a:lnTo>
                <a:close/>
              </a:path>
            </a:pathLst>
          </a:custGeom>
          <a:solidFill>
            <a:srgbClr val="2629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8110789" y="3858271"/>
            <a:ext cx="593034" cy="342388"/>
          </a:xfrm>
          <a:custGeom>
            <a:avLst/>
            <a:gdLst/>
            <a:ahLst/>
            <a:cxnLst/>
            <a:rect l="l" t="t" r="r" b="b"/>
            <a:pathLst>
              <a:path w="593034" h="342388">
                <a:moveTo>
                  <a:pt x="379542" y="0"/>
                </a:moveTo>
                <a:lnTo>
                  <a:pt x="593034" y="123260"/>
                </a:lnTo>
                <a:lnTo>
                  <a:pt x="213492" y="342388"/>
                </a:lnTo>
                <a:lnTo>
                  <a:pt x="0" y="219128"/>
                </a:lnTo>
                <a:close/>
              </a:path>
            </a:pathLst>
          </a:custGeom>
          <a:solidFill>
            <a:srgbClr val="4A4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8191442" y="4014400"/>
            <a:ext cx="199259" cy="142433"/>
          </a:xfrm>
          <a:custGeom>
            <a:avLst/>
            <a:gdLst/>
            <a:ahLst/>
            <a:cxnLst/>
            <a:rect l="l" t="t" r="r" b="b"/>
            <a:pathLst>
              <a:path w="199259" h="142433">
                <a:moveTo>
                  <a:pt x="0" y="27391"/>
                </a:moveTo>
                <a:lnTo>
                  <a:pt x="199259" y="142433"/>
                </a:lnTo>
                <a:lnTo>
                  <a:pt x="199259" y="115042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8390701" y="3992487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237213" y="27391"/>
                </a:moveTo>
                <a:lnTo>
                  <a:pt x="0" y="164346"/>
                </a:lnTo>
                <a:lnTo>
                  <a:pt x="0" y="136955"/>
                </a:lnTo>
                <a:lnTo>
                  <a:pt x="237213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Freeform 299"/>
          <p:cNvSpPr/>
          <p:nvPr/>
        </p:nvSpPr>
        <p:spPr>
          <a:xfrm>
            <a:off x="8191442" y="3877445"/>
            <a:ext cx="436472" cy="251997"/>
          </a:xfrm>
          <a:custGeom>
            <a:avLst/>
            <a:gdLst/>
            <a:ahLst/>
            <a:cxnLst/>
            <a:rect l="l" t="t" r="r" b="b"/>
            <a:pathLst>
              <a:path w="436472" h="251997">
                <a:moveTo>
                  <a:pt x="237213" y="0"/>
                </a:moveTo>
                <a:lnTo>
                  <a:pt x="436472" y="115042"/>
                </a:lnTo>
                <a:lnTo>
                  <a:pt x="199259" y="251997"/>
                </a:lnTo>
                <a:lnTo>
                  <a:pt x="0" y="136955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Freeform 300"/>
          <p:cNvSpPr/>
          <p:nvPr/>
        </p:nvSpPr>
        <p:spPr>
          <a:xfrm>
            <a:off x="8286327" y="3926748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51817" y="0"/>
                </a:moveTo>
                <a:lnTo>
                  <a:pt x="170794" y="10957"/>
                </a:lnTo>
                <a:lnTo>
                  <a:pt x="18977" y="98608"/>
                </a:lnTo>
                <a:lnTo>
                  <a:pt x="0" y="87652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Freeform 301"/>
          <p:cNvSpPr/>
          <p:nvPr/>
        </p:nvSpPr>
        <p:spPr>
          <a:xfrm>
            <a:off x="8390701" y="3954140"/>
            <a:ext cx="113862" cy="65738"/>
          </a:xfrm>
          <a:custGeom>
            <a:avLst/>
            <a:gdLst/>
            <a:ahLst/>
            <a:cxnLst/>
            <a:rect l="l" t="t" r="r" b="b"/>
            <a:pathLst>
              <a:path w="113862" h="65738">
                <a:moveTo>
                  <a:pt x="94885" y="0"/>
                </a:moveTo>
                <a:lnTo>
                  <a:pt x="113862" y="10956"/>
                </a:lnTo>
                <a:lnTo>
                  <a:pt x="18977" y="65738"/>
                </a:lnTo>
                <a:lnTo>
                  <a:pt x="0" y="54782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Freeform 302"/>
          <p:cNvSpPr/>
          <p:nvPr/>
        </p:nvSpPr>
        <p:spPr>
          <a:xfrm>
            <a:off x="8419167" y="3976052"/>
            <a:ext cx="142328" cy="82173"/>
          </a:xfrm>
          <a:custGeom>
            <a:avLst/>
            <a:gdLst/>
            <a:ahLst/>
            <a:cxnLst/>
            <a:rect l="l" t="t" r="r" b="b"/>
            <a:pathLst>
              <a:path w="142328" h="82173">
                <a:moveTo>
                  <a:pt x="104373" y="0"/>
                </a:moveTo>
                <a:lnTo>
                  <a:pt x="142328" y="21913"/>
                </a:lnTo>
                <a:lnTo>
                  <a:pt x="37954" y="82173"/>
                </a:lnTo>
                <a:lnTo>
                  <a:pt x="0" y="602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6972165" y="4463065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6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7043329" y="3488492"/>
            <a:ext cx="332099" cy="328692"/>
          </a:xfrm>
          <a:custGeom>
            <a:avLst/>
            <a:gdLst/>
            <a:ahLst/>
            <a:cxnLst/>
            <a:rect l="l" t="t" r="r" b="b"/>
            <a:pathLst>
              <a:path w="332099" h="328692">
                <a:moveTo>
                  <a:pt x="0" y="136955"/>
                </a:moveTo>
                <a:lnTo>
                  <a:pt x="332099" y="328692"/>
                </a:lnTo>
                <a:lnTo>
                  <a:pt x="332099" y="191737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7375428" y="3488492"/>
            <a:ext cx="332098" cy="328692"/>
          </a:xfrm>
          <a:custGeom>
            <a:avLst/>
            <a:gdLst/>
            <a:ahLst/>
            <a:cxnLst/>
            <a:rect l="l" t="t" r="r" b="b"/>
            <a:pathLst>
              <a:path w="332098" h="328692">
                <a:moveTo>
                  <a:pt x="332098" y="136955"/>
                </a:moveTo>
                <a:lnTo>
                  <a:pt x="0" y="328692"/>
                </a:lnTo>
                <a:lnTo>
                  <a:pt x="0" y="191737"/>
                </a:lnTo>
                <a:lnTo>
                  <a:pt x="332098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Freeform 306"/>
          <p:cNvSpPr/>
          <p:nvPr/>
        </p:nvSpPr>
        <p:spPr>
          <a:xfrm>
            <a:off x="7043329" y="3296755"/>
            <a:ext cx="664197" cy="383474"/>
          </a:xfrm>
          <a:custGeom>
            <a:avLst/>
            <a:gdLst/>
            <a:ahLst/>
            <a:cxnLst/>
            <a:rect l="l" t="t" r="r" b="b"/>
            <a:pathLst>
              <a:path w="664197" h="383474">
                <a:moveTo>
                  <a:pt x="332099" y="0"/>
                </a:moveTo>
                <a:lnTo>
                  <a:pt x="664197" y="191737"/>
                </a:lnTo>
                <a:lnTo>
                  <a:pt x="332099" y="383474"/>
                </a:lnTo>
                <a:lnTo>
                  <a:pt x="0" y="191737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Freeform 307"/>
          <p:cNvSpPr/>
          <p:nvPr/>
        </p:nvSpPr>
        <p:spPr>
          <a:xfrm>
            <a:off x="4860966" y="4490456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7105004" y="3331815"/>
            <a:ext cx="294145" cy="169825"/>
          </a:xfrm>
          <a:custGeom>
            <a:avLst/>
            <a:gdLst/>
            <a:ahLst/>
            <a:cxnLst/>
            <a:rect l="l" t="t" r="r" b="b"/>
            <a:pathLst>
              <a:path w="294145" h="169825">
                <a:moveTo>
                  <a:pt x="265679" y="0"/>
                </a:moveTo>
                <a:lnTo>
                  <a:pt x="294145" y="16435"/>
                </a:lnTo>
                <a:lnTo>
                  <a:pt x="28466" y="169825"/>
                </a:lnTo>
                <a:lnTo>
                  <a:pt x="0" y="15339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Freeform 309"/>
          <p:cNvSpPr/>
          <p:nvPr/>
        </p:nvSpPr>
        <p:spPr>
          <a:xfrm>
            <a:off x="7180913" y="3375641"/>
            <a:ext cx="294144" cy="169824"/>
          </a:xfrm>
          <a:custGeom>
            <a:avLst/>
            <a:gdLst/>
            <a:ahLst/>
            <a:cxnLst/>
            <a:rect l="l" t="t" r="r" b="b"/>
            <a:pathLst>
              <a:path w="294144" h="169824">
                <a:moveTo>
                  <a:pt x="265679" y="0"/>
                </a:moveTo>
                <a:lnTo>
                  <a:pt x="294144" y="16434"/>
                </a:lnTo>
                <a:lnTo>
                  <a:pt x="28465" y="169824"/>
                </a:lnTo>
                <a:lnTo>
                  <a:pt x="0" y="15339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Freeform 310"/>
          <p:cNvSpPr/>
          <p:nvPr/>
        </p:nvSpPr>
        <p:spPr>
          <a:xfrm>
            <a:off x="7256821" y="3419466"/>
            <a:ext cx="294145" cy="169825"/>
          </a:xfrm>
          <a:custGeom>
            <a:avLst/>
            <a:gdLst/>
            <a:ahLst/>
            <a:cxnLst/>
            <a:rect l="l" t="t" r="r" b="b"/>
            <a:pathLst>
              <a:path w="294145" h="169825">
                <a:moveTo>
                  <a:pt x="265679" y="0"/>
                </a:moveTo>
                <a:lnTo>
                  <a:pt x="294145" y="16435"/>
                </a:lnTo>
                <a:lnTo>
                  <a:pt x="28466" y="169825"/>
                </a:lnTo>
                <a:lnTo>
                  <a:pt x="0" y="15339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7332729" y="3463292"/>
            <a:ext cx="294145" cy="169825"/>
          </a:xfrm>
          <a:custGeom>
            <a:avLst/>
            <a:gdLst/>
            <a:ahLst/>
            <a:cxnLst/>
            <a:rect l="l" t="t" r="r" b="b"/>
            <a:pathLst>
              <a:path w="294145" h="169825">
                <a:moveTo>
                  <a:pt x="265679" y="0"/>
                </a:moveTo>
                <a:lnTo>
                  <a:pt x="294145" y="16435"/>
                </a:lnTo>
                <a:lnTo>
                  <a:pt x="28466" y="169825"/>
                </a:lnTo>
                <a:lnTo>
                  <a:pt x="0" y="15339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3053400" y="3600795"/>
            <a:ext cx="2965167" cy="1821504"/>
          </a:xfrm>
          <a:custGeom>
            <a:avLst/>
            <a:gdLst/>
            <a:ahLst/>
            <a:cxnLst/>
            <a:rect l="l" t="t" r="r" b="b"/>
            <a:pathLst>
              <a:path w="2965167" h="1821504">
                <a:moveTo>
                  <a:pt x="0" y="109564"/>
                </a:moveTo>
                <a:lnTo>
                  <a:pt x="2965167" y="1821504"/>
                </a:lnTo>
                <a:lnTo>
                  <a:pt x="2965167" y="1711940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6018567" y="5296301"/>
            <a:ext cx="28466" cy="125998"/>
          </a:xfrm>
          <a:custGeom>
            <a:avLst/>
            <a:gdLst/>
            <a:ahLst/>
            <a:cxnLst/>
            <a:rect l="l" t="t" r="r" b="b"/>
            <a:pathLst>
              <a:path w="28466" h="125998">
                <a:moveTo>
                  <a:pt x="28466" y="109564"/>
                </a:moveTo>
                <a:lnTo>
                  <a:pt x="0" y="125998"/>
                </a:lnTo>
                <a:lnTo>
                  <a:pt x="0" y="16434"/>
                </a:lnTo>
                <a:lnTo>
                  <a:pt x="28466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3053400" y="3584360"/>
            <a:ext cx="2993633" cy="1728375"/>
          </a:xfrm>
          <a:custGeom>
            <a:avLst/>
            <a:gdLst/>
            <a:ahLst/>
            <a:cxnLst/>
            <a:rect l="l" t="t" r="r" b="b"/>
            <a:pathLst>
              <a:path w="2993633" h="1728375">
                <a:moveTo>
                  <a:pt x="28466" y="0"/>
                </a:moveTo>
                <a:lnTo>
                  <a:pt x="2993633" y="1711941"/>
                </a:lnTo>
                <a:lnTo>
                  <a:pt x="2965167" y="1728375"/>
                </a:lnTo>
                <a:lnTo>
                  <a:pt x="0" y="16435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Freeform 315"/>
          <p:cNvSpPr/>
          <p:nvPr/>
        </p:nvSpPr>
        <p:spPr>
          <a:xfrm>
            <a:off x="5159855" y="3798011"/>
            <a:ext cx="113862" cy="202693"/>
          </a:xfrm>
          <a:custGeom>
            <a:avLst/>
            <a:gdLst/>
            <a:ahLst/>
            <a:cxnLst/>
            <a:rect l="l" t="t" r="r" b="b"/>
            <a:pathLst>
              <a:path w="113862" h="202693">
                <a:moveTo>
                  <a:pt x="0" y="136955"/>
                </a:moveTo>
                <a:lnTo>
                  <a:pt x="113862" y="202693"/>
                </a:lnTo>
                <a:lnTo>
                  <a:pt x="113862" y="65738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Freeform 316"/>
          <p:cNvSpPr/>
          <p:nvPr/>
        </p:nvSpPr>
        <p:spPr>
          <a:xfrm>
            <a:off x="5273717" y="3452883"/>
            <a:ext cx="711640" cy="547821"/>
          </a:xfrm>
          <a:custGeom>
            <a:avLst/>
            <a:gdLst/>
            <a:ahLst/>
            <a:cxnLst/>
            <a:rect l="l" t="t" r="r" b="b"/>
            <a:pathLst>
              <a:path w="711640" h="547821">
                <a:moveTo>
                  <a:pt x="711640" y="136956"/>
                </a:moveTo>
                <a:lnTo>
                  <a:pt x="0" y="547821"/>
                </a:lnTo>
                <a:lnTo>
                  <a:pt x="0" y="410866"/>
                </a:lnTo>
                <a:lnTo>
                  <a:pt x="711640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5159855" y="3387145"/>
            <a:ext cx="825502" cy="476604"/>
          </a:xfrm>
          <a:custGeom>
            <a:avLst/>
            <a:gdLst/>
            <a:ahLst/>
            <a:cxnLst/>
            <a:rect l="l" t="t" r="r" b="b"/>
            <a:pathLst>
              <a:path w="825502" h="476604">
                <a:moveTo>
                  <a:pt x="711640" y="0"/>
                </a:moveTo>
                <a:lnTo>
                  <a:pt x="825502" y="65738"/>
                </a:lnTo>
                <a:lnTo>
                  <a:pt x="113862" y="476604"/>
                </a:lnTo>
                <a:lnTo>
                  <a:pt x="0" y="410866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6829837" y="4545238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6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6018567" y="5772905"/>
            <a:ext cx="28466" cy="125998"/>
          </a:xfrm>
          <a:custGeom>
            <a:avLst/>
            <a:gdLst/>
            <a:ahLst/>
            <a:cxnLst/>
            <a:rect l="l" t="t" r="r" b="b"/>
            <a:pathLst>
              <a:path w="28466" h="125998">
                <a:moveTo>
                  <a:pt x="0" y="109564"/>
                </a:moveTo>
                <a:lnTo>
                  <a:pt x="28466" y="125998"/>
                </a:lnTo>
                <a:lnTo>
                  <a:pt x="28466" y="16434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Freeform 320"/>
          <p:cNvSpPr/>
          <p:nvPr/>
        </p:nvSpPr>
        <p:spPr>
          <a:xfrm>
            <a:off x="6047033" y="3488492"/>
            <a:ext cx="3985185" cy="2410411"/>
          </a:xfrm>
          <a:custGeom>
            <a:avLst/>
            <a:gdLst/>
            <a:ahLst/>
            <a:cxnLst/>
            <a:rect l="l" t="t" r="r" b="b"/>
            <a:pathLst>
              <a:path w="3985185" h="2410411">
                <a:moveTo>
                  <a:pt x="3985185" y="109564"/>
                </a:moveTo>
                <a:lnTo>
                  <a:pt x="0" y="2410411"/>
                </a:lnTo>
                <a:lnTo>
                  <a:pt x="0" y="2300847"/>
                </a:lnTo>
                <a:lnTo>
                  <a:pt x="398518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6018567" y="3472057"/>
            <a:ext cx="4013651" cy="2317282"/>
          </a:xfrm>
          <a:custGeom>
            <a:avLst/>
            <a:gdLst/>
            <a:ahLst/>
            <a:cxnLst/>
            <a:rect l="l" t="t" r="r" b="b"/>
            <a:pathLst>
              <a:path w="4013651" h="2317282">
                <a:moveTo>
                  <a:pt x="3985185" y="0"/>
                </a:moveTo>
                <a:lnTo>
                  <a:pt x="4013651" y="16435"/>
                </a:lnTo>
                <a:lnTo>
                  <a:pt x="28466" y="2317282"/>
                </a:lnTo>
                <a:lnTo>
                  <a:pt x="0" y="2300848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5003294" y="4572629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6616345" y="3789793"/>
            <a:ext cx="616755" cy="1177815"/>
          </a:xfrm>
          <a:custGeom>
            <a:avLst/>
            <a:gdLst/>
            <a:ahLst/>
            <a:cxnLst/>
            <a:rect l="l" t="t" r="r" b="b"/>
            <a:pathLst>
              <a:path w="616755" h="1177815">
                <a:moveTo>
                  <a:pt x="0" y="821732"/>
                </a:moveTo>
                <a:lnTo>
                  <a:pt x="616755" y="1177815"/>
                </a:lnTo>
                <a:lnTo>
                  <a:pt x="616755" y="356084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7233100" y="3693925"/>
            <a:ext cx="782804" cy="1273683"/>
          </a:xfrm>
          <a:custGeom>
            <a:avLst/>
            <a:gdLst/>
            <a:ahLst/>
            <a:cxnLst/>
            <a:rect l="l" t="t" r="r" b="b"/>
            <a:pathLst>
              <a:path w="782804" h="1273683">
                <a:moveTo>
                  <a:pt x="782804" y="821731"/>
                </a:moveTo>
                <a:lnTo>
                  <a:pt x="0" y="1273683"/>
                </a:lnTo>
                <a:lnTo>
                  <a:pt x="0" y="451952"/>
                </a:lnTo>
                <a:lnTo>
                  <a:pt x="782804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6616345" y="3337841"/>
            <a:ext cx="1399559" cy="808036"/>
          </a:xfrm>
          <a:custGeom>
            <a:avLst/>
            <a:gdLst/>
            <a:ahLst/>
            <a:cxnLst/>
            <a:rect l="l" t="t" r="r" b="b"/>
            <a:pathLst>
              <a:path w="1399559" h="808036">
                <a:moveTo>
                  <a:pt x="782804" y="0"/>
                </a:moveTo>
                <a:lnTo>
                  <a:pt x="1399559" y="356084"/>
                </a:lnTo>
                <a:lnTo>
                  <a:pt x="616755" y="808036"/>
                </a:lnTo>
                <a:lnTo>
                  <a:pt x="0" y="451952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6687509" y="4627411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7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6047033" y="5833165"/>
            <a:ext cx="189771" cy="175303"/>
          </a:xfrm>
          <a:custGeom>
            <a:avLst/>
            <a:gdLst/>
            <a:ahLst/>
            <a:cxnLst/>
            <a:rect l="l" t="t" r="r" b="b"/>
            <a:pathLst>
              <a:path w="189771" h="175303">
                <a:moveTo>
                  <a:pt x="0" y="65738"/>
                </a:moveTo>
                <a:lnTo>
                  <a:pt x="189771" y="175303"/>
                </a:lnTo>
                <a:lnTo>
                  <a:pt x="189771" y="109564"/>
                </a:lnTo>
                <a:lnTo>
                  <a:pt x="0" y="0"/>
                </a:lnTo>
                <a:close/>
              </a:path>
            </a:pathLst>
          </a:custGeom>
          <a:solidFill>
            <a:srgbClr val="A9B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6236804" y="3641882"/>
            <a:ext cx="3985184" cy="2366586"/>
          </a:xfrm>
          <a:custGeom>
            <a:avLst/>
            <a:gdLst/>
            <a:ahLst/>
            <a:cxnLst/>
            <a:rect l="l" t="t" r="r" b="b"/>
            <a:pathLst>
              <a:path w="3985184" h="2366586">
                <a:moveTo>
                  <a:pt x="3985184" y="65738"/>
                </a:moveTo>
                <a:lnTo>
                  <a:pt x="0" y="2366586"/>
                </a:lnTo>
                <a:lnTo>
                  <a:pt x="0" y="2300847"/>
                </a:lnTo>
                <a:lnTo>
                  <a:pt x="3985184" y="0"/>
                </a:lnTo>
                <a:close/>
              </a:path>
            </a:pathLst>
          </a:custGeom>
          <a:solidFill>
            <a:srgbClr val="8F99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6047033" y="3532317"/>
            <a:ext cx="4174955" cy="2410412"/>
          </a:xfrm>
          <a:custGeom>
            <a:avLst/>
            <a:gdLst/>
            <a:ahLst/>
            <a:cxnLst/>
            <a:rect l="l" t="t" r="r" b="b"/>
            <a:pathLst>
              <a:path w="4174955" h="2410412">
                <a:moveTo>
                  <a:pt x="3985185" y="0"/>
                </a:moveTo>
                <a:lnTo>
                  <a:pt x="4174955" y="109565"/>
                </a:lnTo>
                <a:lnTo>
                  <a:pt x="189771" y="2410412"/>
                </a:lnTo>
                <a:lnTo>
                  <a:pt x="0" y="2300848"/>
                </a:lnTo>
                <a:close/>
              </a:path>
            </a:pathLst>
          </a:custGeom>
          <a:solidFill>
            <a:srgbClr val="CDD3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5145622" y="4654802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7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7702782" y="4208876"/>
            <a:ext cx="123351" cy="158868"/>
          </a:xfrm>
          <a:custGeom>
            <a:avLst/>
            <a:gdLst/>
            <a:ahLst/>
            <a:cxnLst/>
            <a:rect l="l" t="t" r="r" b="b"/>
            <a:pathLst>
              <a:path w="123351" h="158868">
                <a:moveTo>
                  <a:pt x="123351" y="87652"/>
                </a:moveTo>
                <a:lnTo>
                  <a:pt x="0" y="158868"/>
                </a:lnTo>
                <a:lnTo>
                  <a:pt x="0" y="71217"/>
                </a:lnTo>
                <a:lnTo>
                  <a:pt x="123351" y="0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6545181" y="4709584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7"/>
                </a:lnTo>
                <a:lnTo>
                  <a:pt x="284656" y="178042"/>
                </a:lnTo>
                <a:lnTo>
                  <a:pt x="0" y="1369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5069714" y="4699176"/>
            <a:ext cx="237213" cy="164346"/>
          </a:xfrm>
          <a:custGeom>
            <a:avLst/>
            <a:gdLst/>
            <a:ahLst/>
            <a:cxnLst/>
            <a:rect l="l" t="t" r="r" b="b"/>
            <a:pathLst>
              <a:path w="237213" h="164346">
                <a:moveTo>
                  <a:pt x="0" y="27391"/>
                </a:moveTo>
                <a:lnTo>
                  <a:pt x="237213" y="164346"/>
                </a:lnTo>
                <a:lnTo>
                  <a:pt x="237213" y="136955"/>
                </a:lnTo>
                <a:lnTo>
                  <a:pt x="0" y="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5306927" y="4721089"/>
            <a:ext cx="199259" cy="142433"/>
          </a:xfrm>
          <a:custGeom>
            <a:avLst/>
            <a:gdLst/>
            <a:ahLst/>
            <a:cxnLst/>
            <a:rect l="l" t="t" r="r" b="b"/>
            <a:pathLst>
              <a:path w="199259" h="142433">
                <a:moveTo>
                  <a:pt x="199259" y="27391"/>
                </a:moveTo>
                <a:lnTo>
                  <a:pt x="0" y="142433"/>
                </a:lnTo>
                <a:lnTo>
                  <a:pt x="0" y="115042"/>
                </a:lnTo>
                <a:lnTo>
                  <a:pt x="199259" y="0"/>
                </a:lnTo>
                <a:close/>
              </a:path>
            </a:pathLst>
          </a:custGeom>
          <a:solidFill>
            <a:srgbClr val="163A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5069714" y="4584133"/>
            <a:ext cx="436472" cy="251998"/>
          </a:xfrm>
          <a:custGeom>
            <a:avLst/>
            <a:gdLst/>
            <a:ahLst/>
            <a:cxnLst/>
            <a:rect l="l" t="t" r="r" b="b"/>
            <a:pathLst>
              <a:path w="436472" h="251998">
                <a:moveTo>
                  <a:pt x="199259" y="0"/>
                </a:moveTo>
                <a:lnTo>
                  <a:pt x="436472" y="136956"/>
                </a:lnTo>
                <a:lnTo>
                  <a:pt x="237213" y="251998"/>
                </a:lnTo>
                <a:lnTo>
                  <a:pt x="0" y="115043"/>
                </a:lnTo>
                <a:close/>
              </a:path>
            </a:pathLst>
          </a:custGeom>
          <a:solidFill>
            <a:srgbClr val="4F74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5240507" y="4633437"/>
            <a:ext cx="170794" cy="98608"/>
          </a:xfrm>
          <a:custGeom>
            <a:avLst/>
            <a:gdLst/>
            <a:ahLst/>
            <a:cxnLst/>
            <a:rect l="l" t="t" r="r" b="b"/>
            <a:pathLst>
              <a:path w="170794" h="98608">
                <a:moveTo>
                  <a:pt x="18977" y="0"/>
                </a:moveTo>
                <a:lnTo>
                  <a:pt x="170794" y="87652"/>
                </a:lnTo>
                <a:lnTo>
                  <a:pt x="151817" y="98608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Freeform 337"/>
          <p:cNvSpPr/>
          <p:nvPr/>
        </p:nvSpPr>
        <p:spPr>
          <a:xfrm>
            <a:off x="5193065" y="4660828"/>
            <a:ext cx="113862" cy="65739"/>
          </a:xfrm>
          <a:custGeom>
            <a:avLst/>
            <a:gdLst/>
            <a:ahLst/>
            <a:cxnLst/>
            <a:rect l="l" t="t" r="r" b="b"/>
            <a:pathLst>
              <a:path w="113862" h="65739">
                <a:moveTo>
                  <a:pt x="18977" y="0"/>
                </a:moveTo>
                <a:lnTo>
                  <a:pt x="113862" y="54782"/>
                </a:lnTo>
                <a:lnTo>
                  <a:pt x="94885" y="65739"/>
                </a:lnTo>
                <a:lnTo>
                  <a:pt x="0" y="10957"/>
                </a:lnTo>
                <a:close/>
              </a:path>
            </a:pathLst>
          </a:custGeom>
          <a:solidFill>
            <a:srgbClr val="A9BE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5136133" y="4682741"/>
            <a:ext cx="142328" cy="82173"/>
          </a:xfrm>
          <a:custGeom>
            <a:avLst/>
            <a:gdLst/>
            <a:ahLst/>
            <a:cxnLst/>
            <a:rect l="l" t="t" r="r" b="b"/>
            <a:pathLst>
              <a:path w="142328" h="82173">
                <a:moveTo>
                  <a:pt x="37955" y="0"/>
                </a:moveTo>
                <a:lnTo>
                  <a:pt x="142328" y="60261"/>
                </a:lnTo>
                <a:lnTo>
                  <a:pt x="104374" y="82173"/>
                </a:lnTo>
                <a:lnTo>
                  <a:pt x="0" y="219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5287950" y="4736975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6"/>
                </a:lnTo>
                <a:lnTo>
                  <a:pt x="23721" y="178042"/>
                </a:lnTo>
                <a:lnTo>
                  <a:pt x="0" y="164347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5169343" y="3874706"/>
            <a:ext cx="18977" cy="32869"/>
          </a:xfrm>
          <a:custGeom>
            <a:avLst/>
            <a:gdLst/>
            <a:ahLst/>
            <a:cxnLst/>
            <a:rect l="l" t="t" r="r" b="b"/>
            <a:pathLst>
              <a:path w="18977" h="32869">
                <a:moveTo>
                  <a:pt x="0" y="21912"/>
                </a:moveTo>
                <a:lnTo>
                  <a:pt x="18977" y="32869"/>
                </a:lnTo>
                <a:lnTo>
                  <a:pt x="18977" y="10956"/>
                </a:lnTo>
                <a:lnTo>
                  <a:pt x="0" y="0"/>
                </a:lnTo>
                <a:close/>
              </a:path>
            </a:pathLst>
          </a:custGeom>
          <a:solidFill>
            <a:srgbClr val="C7C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5221530" y="3921270"/>
            <a:ext cx="75909" cy="509474"/>
          </a:xfrm>
          <a:custGeom>
            <a:avLst/>
            <a:gdLst/>
            <a:ahLst/>
            <a:cxnLst/>
            <a:rect l="l" t="t" r="r" b="b"/>
            <a:pathLst>
              <a:path w="75909" h="509474">
                <a:moveTo>
                  <a:pt x="0" y="465648"/>
                </a:moveTo>
                <a:lnTo>
                  <a:pt x="75909" y="509474"/>
                </a:lnTo>
                <a:lnTo>
                  <a:pt x="75909" y="43826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297439" y="3921270"/>
            <a:ext cx="75908" cy="509474"/>
          </a:xfrm>
          <a:custGeom>
            <a:avLst/>
            <a:gdLst/>
            <a:ahLst/>
            <a:cxnLst/>
            <a:rect l="l" t="t" r="r" b="b"/>
            <a:pathLst>
              <a:path w="75908" h="509474">
                <a:moveTo>
                  <a:pt x="75908" y="465648"/>
                </a:moveTo>
                <a:lnTo>
                  <a:pt x="0" y="509474"/>
                </a:lnTo>
                <a:lnTo>
                  <a:pt x="0" y="43826"/>
                </a:lnTo>
                <a:lnTo>
                  <a:pt x="75908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5221530" y="3877445"/>
            <a:ext cx="151817" cy="87651"/>
          </a:xfrm>
          <a:custGeom>
            <a:avLst/>
            <a:gdLst/>
            <a:ahLst/>
            <a:cxnLst/>
            <a:rect l="l" t="t" r="r" b="b"/>
            <a:pathLst>
              <a:path w="151817" h="87651">
                <a:moveTo>
                  <a:pt x="75909" y="0"/>
                </a:moveTo>
                <a:lnTo>
                  <a:pt x="151817" y="43825"/>
                </a:lnTo>
                <a:lnTo>
                  <a:pt x="75909" y="87651"/>
                </a:lnTo>
                <a:lnTo>
                  <a:pt x="0" y="43825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5207297" y="3896618"/>
            <a:ext cx="18978" cy="32870"/>
          </a:xfrm>
          <a:custGeom>
            <a:avLst/>
            <a:gdLst/>
            <a:ahLst/>
            <a:cxnLst/>
            <a:rect l="l" t="t" r="r" b="b"/>
            <a:pathLst>
              <a:path w="18978" h="32870">
                <a:moveTo>
                  <a:pt x="0" y="21913"/>
                </a:moveTo>
                <a:lnTo>
                  <a:pt x="18978" y="32870"/>
                </a:lnTo>
                <a:lnTo>
                  <a:pt x="18978" y="10957"/>
                </a:lnTo>
                <a:lnTo>
                  <a:pt x="0" y="0"/>
                </a:lnTo>
                <a:close/>
              </a:path>
            </a:pathLst>
          </a:custGeom>
          <a:solidFill>
            <a:srgbClr val="C7C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5117156" y="4381440"/>
            <a:ext cx="189771" cy="180781"/>
          </a:xfrm>
          <a:custGeom>
            <a:avLst/>
            <a:gdLst/>
            <a:ahLst/>
            <a:cxnLst/>
            <a:rect l="l" t="t" r="r" b="b"/>
            <a:pathLst>
              <a:path w="189771" h="180781">
                <a:moveTo>
                  <a:pt x="0" y="71216"/>
                </a:moveTo>
                <a:lnTo>
                  <a:pt x="189771" y="180781"/>
                </a:lnTo>
                <a:lnTo>
                  <a:pt x="189771" y="109564"/>
                </a:lnTo>
                <a:lnTo>
                  <a:pt x="0" y="0"/>
                </a:lnTo>
                <a:close/>
              </a:path>
            </a:pathLst>
          </a:custGeom>
          <a:solidFill>
            <a:srgbClr val="4F5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5306927" y="4392396"/>
            <a:ext cx="170794" cy="169825"/>
          </a:xfrm>
          <a:custGeom>
            <a:avLst/>
            <a:gdLst/>
            <a:ahLst/>
            <a:cxnLst/>
            <a:rect l="l" t="t" r="r" b="b"/>
            <a:pathLst>
              <a:path w="170794" h="169825">
                <a:moveTo>
                  <a:pt x="170794" y="71217"/>
                </a:moveTo>
                <a:lnTo>
                  <a:pt x="0" y="169825"/>
                </a:lnTo>
                <a:lnTo>
                  <a:pt x="0" y="98608"/>
                </a:lnTo>
                <a:lnTo>
                  <a:pt x="170794" y="0"/>
                </a:lnTo>
                <a:close/>
              </a:path>
            </a:pathLst>
          </a:custGeom>
          <a:solidFill>
            <a:srgbClr val="3E48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5117156" y="4282832"/>
            <a:ext cx="360565" cy="208172"/>
          </a:xfrm>
          <a:custGeom>
            <a:avLst/>
            <a:gdLst/>
            <a:ahLst/>
            <a:cxnLst/>
            <a:rect l="l" t="t" r="r" b="b"/>
            <a:pathLst>
              <a:path w="360565" h="208172">
                <a:moveTo>
                  <a:pt x="170794" y="0"/>
                </a:moveTo>
                <a:lnTo>
                  <a:pt x="360565" y="109564"/>
                </a:lnTo>
                <a:lnTo>
                  <a:pt x="189771" y="208172"/>
                </a:lnTo>
                <a:lnTo>
                  <a:pt x="0" y="98608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7351706" y="3926748"/>
            <a:ext cx="545591" cy="725863"/>
          </a:xfrm>
          <a:custGeom>
            <a:avLst/>
            <a:gdLst/>
            <a:ahLst/>
            <a:cxnLst/>
            <a:rect l="l" t="t" r="r" b="b"/>
            <a:pathLst>
              <a:path w="545591" h="725863">
                <a:moveTo>
                  <a:pt x="545591" y="410866"/>
                </a:moveTo>
                <a:lnTo>
                  <a:pt x="0" y="725863"/>
                </a:lnTo>
                <a:lnTo>
                  <a:pt x="0" y="314997"/>
                </a:lnTo>
                <a:lnTo>
                  <a:pt x="545591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Freeform 349"/>
          <p:cNvSpPr/>
          <p:nvPr/>
        </p:nvSpPr>
        <p:spPr>
          <a:xfrm>
            <a:off x="5245252" y="3918531"/>
            <a:ext cx="18977" cy="32869"/>
          </a:xfrm>
          <a:custGeom>
            <a:avLst/>
            <a:gdLst/>
            <a:ahLst/>
            <a:cxnLst/>
            <a:rect l="l" t="t" r="r" b="b"/>
            <a:pathLst>
              <a:path w="18977" h="32869">
                <a:moveTo>
                  <a:pt x="0" y="21913"/>
                </a:moveTo>
                <a:lnTo>
                  <a:pt x="18977" y="32869"/>
                </a:lnTo>
                <a:lnTo>
                  <a:pt x="18977" y="10957"/>
                </a:lnTo>
                <a:lnTo>
                  <a:pt x="0" y="0"/>
                </a:lnTo>
                <a:close/>
              </a:path>
            </a:pathLst>
          </a:custGeom>
          <a:solidFill>
            <a:srgbClr val="C7C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Freeform 350"/>
          <p:cNvSpPr/>
          <p:nvPr/>
        </p:nvSpPr>
        <p:spPr>
          <a:xfrm>
            <a:off x="6402853" y="4791758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3721" y="0"/>
                </a:moveTo>
                <a:lnTo>
                  <a:pt x="308377" y="164346"/>
                </a:lnTo>
                <a:lnTo>
                  <a:pt x="284656" y="178041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7522500" y="4312962"/>
            <a:ext cx="123351" cy="158868"/>
          </a:xfrm>
          <a:custGeom>
            <a:avLst/>
            <a:gdLst/>
            <a:ahLst/>
            <a:cxnLst/>
            <a:rect l="l" t="t" r="r" b="b"/>
            <a:pathLst>
              <a:path w="123351" h="158868">
                <a:moveTo>
                  <a:pt x="123351" y="87651"/>
                </a:moveTo>
                <a:lnTo>
                  <a:pt x="0" y="158868"/>
                </a:lnTo>
                <a:lnTo>
                  <a:pt x="0" y="71217"/>
                </a:lnTo>
                <a:lnTo>
                  <a:pt x="123351" y="0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6640066" y="4433483"/>
            <a:ext cx="521870" cy="410865"/>
          </a:xfrm>
          <a:custGeom>
            <a:avLst/>
            <a:gdLst/>
            <a:ahLst/>
            <a:cxnLst/>
            <a:rect l="l" t="t" r="r" b="b"/>
            <a:pathLst>
              <a:path w="521870" h="410865">
                <a:moveTo>
                  <a:pt x="0" y="109564"/>
                </a:moveTo>
                <a:lnTo>
                  <a:pt x="521870" y="410865"/>
                </a:lnTo>
                <a:lnTo>
                  <a:pt x="521870" y="301301"/>
                </a:lnTo>
                <a:lnTo>
                  <a:pt x="0" y="0"/>
                </a:lnTo>
                <a:close/>
              </a:path>
            </a:pathLst>
          </a:custGeom>
          <a:solidFill>
            <a:srgbClr val="9AA4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Freeform 353"/>
          <p:cNvSpPr/>
          <p:nvPr/>
        </p:nvSpPr>
        <p:spPr>
          <a:xfrm>
            <a:off x="6236804" y="5898903"/>
            <a:ext cx="28465" cy="125999"/>
          </a:xfrm>
          <a:custGeom>
            <a:avLst/>
            <a:gdLst/>
            <a:ahLst/>
            <a:cxnLst/>
            <a:rect l="l" t="t" r="r" b="b"/>
            <a:pathLst>
              <a:path w="28465" h="125999">
                <a:moveTo>
                  <a:pt x="0" y="109565"/>
                </a:moveTo>
                <a:lnTo>
                  <a:pt x="28465" y="125999"/>
                </a:lnTo>
                <a:lnTo>
                  <a:pt x="28465" y="16435"/>
                </a:lnTo>
                <a:lnTo>
                  <a:pt x="0" y="0"/>
                </a:lnTo>
                <a:close/>
              </a:path>
            </a:pathLst>
          </a:custGeom>
          <a:solidFill>
            <a:srgbClr val="BEC6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6265269" y="3614491"/>
            <a:ext cx="3985185" cy="2410411"/>
          </a:xfrm>
          <a:custGeom>
            <a:avLst/>
            <a:gdLst/>
            <a:ahLst/>
            <a:cxnLst/>
            <a:rect l="l" t="t" r="r" b="b"/>
            <a:pathLst>
              <a:path w="3985185" h="2410411">
                <a:moveTo>
                  <a:pt x="3985185" y="109564"/>
                </a:moveTo>
                <a:lnTo>
                  <a:pt x="0" y="2410411"/>
                </a:lnTo>
                <a:lnTo>
                  <a:pt x="0" y="2300847"/>
                </a:lnTo>
                <a:lnTo>
                  <a:pt x="3985185" y="0"/>
                </a:lnTo>
                <a:close/>
              </a:path>
            </a:pathLst>
          </a:custGeom>
          <a:solidFill>
            <a:srgbClr val="A1A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6236804" y="3598056"/>
            <a:ext cx="4013650" cy="2317282"/>
          </a:xfrm>
          <a:custGeom>
            <a:avLst/>
            <a:gdLst/>
            <a:ahLst/>
            <a:cxnLst/>
            <a:rect l="l" t="t" r="r" b="b"/>
            <a:pathLst>
              <a:path w="4013650" h="2317282">
                <a:moveTo>
                  <a:pt x="3985184" y="0"/>
                </a:moveTo>
                <a:lnTo>
                  <a:pt x="4013650" y="16435"/>
                </a:lnTo>
                <a:lnTo>
                  <a:pt x="28465" y="2317282"/>
                </a:lnTo>
                <a:lnTo>
                  <a:pt x="0" y="2300847"/>
                </a:lnTo>
                <a:close/>
              </a:path>
            </a:pathLst>
          </a:custGeom>
          <a:solidFill>
            <a:srgbClr val="E3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5430278" y="4819149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84656" y="0"/>
                </a:moveTo>
                <a:lnTo>
                  <a:pt x="308377" y="13695"/>
                </a:lnTo>
                <a:lnTo>
                  <a:pt x="23721" y="178041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6260525" y="4873931"/>
            <a:ext cx="308377" cy="178041"/>
          </a:xfrm>
          <a:custGeom>
            <a:avLst/>
            <a:gdLst/>
            <a:ahLst/>
            <a:cxnLst/>
            <a:rect l="l" t="t" r="r" b="b"/>
            <a:pathLst>
              <a:path w="308377" h="178041">
                <a:moveTo>
                  <a:pt x="23721" y="0"/>
                </a:moveTo>
                <a:lnTo>
                  <a:pt x="308377" y="164346"/>
                </a:lnTo>
                <a:lnTo>
                  <a:pt x="284656" y="178041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5572606" y="4901322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5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7342218" y="4417048"/>
            <a:ext cx="123351" cy="158868"/>
          </a:xfrm>
          <a:custGeom>
            <a:avLst/>
            <a:gdLst/>
            <a:ahLst/>
            <a:cxnLst/>
            <a:rect l="l" t="t" r="r" b="b"/>
            <a:pathLst>
              <a:path w="123351" h="158868">
                <a:moveTo>
                  <a:pt x="123351" y="87651"/>
                </a:moveTo>
                <a:lnTo>
                  <a:pt x="0" y="158868"/>
                </a:lnTo>
                <a:lnTo>
                  <a:pt x="0" y="71217"/>
                </a:lnTo>
                <a:lnTo>
                  <a:pt x="123351" y="0"/>
                </a:lnTo>
                <a:close/>
              </a:path>
            </a:pathLst>
          </a:custGeom>
          <a:solidFill>
            <a:srgbClr val="6E7B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Freeform 360"/>
          <p:cNvSpPr/>
          <p:nvPr/>
        </p:nvSpPr>
        <p:spPr>
          <a:xfrm>
            <a:off x="7664828" y="4833392"/>
            <a:ext cx="132840" cy="175303"/>
          </a:xfrm>
          <a:custGeom>
            <a:avLst/>
            <a:gdLst/>
            <a:ahLst/>
            <a:cxnLst/>
            <a:rect l="l" t="t" r="r" b="b"/>
            <a:pathLst>
              <a:path w="132840" h="175303">
                <a:moveTo>
                  <a:pt x="0" y="98608"/>
                </a:moveTo>
                <a:lnTo>
                  <a:pt x="132840" y="175303"/>
                </a:lnTo>
                <a:lnTo>
                  <a:pt x="132840" y="76695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7797668" y="4786827"/>
            <a:ext cx="213492" cy="221868"/>
          </a:xfrm>
          <a:custGeom>
            <a:avLst/>
            <a:gdLst/>
            <a:ahLst/>
            <a:cxnLst/>
            <a:rect l="l" t="t" r="r" b="b"/>
            <a:pathLst>
              <a:path w="213492" h="221868">
                <a:moveTo>
                  <a:pt x="213492" y="98608"/>
                </a:moveTo>
                <a:lnTo>
                  <a:pt x="0" y="221868"/>
                </a:lnTo>
                <a:lnTo>
                  <a:pt x="0" y="123260"/>
                </a:lnTo>
                <a:lnTo>
                  <a:pt x="213492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7664828" y="4710132"/>
            <a:ext cx="346332" cy="199955"/>
          </a:xfrm>
          <a:custGeom>
            <a:avLst/>
            <a:gdLst/>
            <a:ahLst/>
            <a:cxnLst/>
            <a:rect l="l" t="t" r="r" b="b"/>
            <a:pathLst>
              <a:path w="346332" h="199955">
                <a:moveTo>
                  <a:pt x="213492" y="0"/>
                </a:moveTo>
                <a:lnTo>
                  <a:pt x="346332" y="76695"/>
                </a:lnTo>
                <a:lnTo>
                  <a:pt x="132840" y="199955"/>
                </a:lnTo>
                <a:lnTo>
                  <a:pt x="0" y="123260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6118197" y="4956104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3721" y="0"/>
                </a:moveTo>
                <a:lnTo>
                  <a:pt x="308377" y="164346"/>
                </a:lnTo>
                <a:lnTo>
                  <a:pt x="284656" y="178042"/>
                </a:lnTo>
                <a:lnTo>
                  <a:pt x="0" y="13695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5714934" y="4983495"/>
            <a:ext cx="308377" cy="178042"/>
          </a:xfrm>
          <a:custGeom>
            <a:avLst/>
            <a:gdLst/>
            <a:ahLst/>
            <a:cxnLst/>
            <a:rect l="l" t="t" r="r" b="b"/>
            <a:pathLst>
              <a:path w="308377" h="178042">
                <a:moveTo>
                  <a:pt x="284656" y="0"/>
                </a:moveTo>
                <a:lnTo>
                  <a:pt x="308377" y="13695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5857262" y="5065668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84656" y="0"/>
                </a:moveTo>
                <a:lnTo>
                  <a:pt x="308378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Freeform 366"/>
          <p:cNvSpPr/>
          <p:nvPr/>
        </p:nvSpPr>
        <p:spPr>
          <a:xfrm>
            <a:off x="5999590" y="5147841"/>
            <a:ext cx="308378" cy="178042"/>
          </a:xfrm>
          <a:custGeom>
            <a:avLst/>
            <a:gdLst/>
            <a:ahLst/>
            <a:cxnLst/>
            <a:rect l="l" t="t" r="r" b="b"/>
            <a:pathLst>
              <a:path w="308378" h="178042">
                <a:moveTo>
                  <a:pt x="284656" y="0"/>
                </a:moveTo>
                <a:lnTo>
                  <a:pt x="308378" y="13696"/>
                </a:lnTo>
                <a:lnTo>
                  <a:pt x="23721" y="178042"/>
                </a:lnTo>
                <a:lnTo>
                  <a:pt x="0" y="164346"/>
                </a:lnTo>
                <a:close/>
              </a:path>
            </a:pathLst>
          </a:custGeom>
          <a:solidFill>
            <a:srgbClr val="B3BB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7190401" y="5107302"/>
            <a:ext cx="132840" cy="175303"/>
          </a:xfrm>
          <a:custGeom>
            <a:avLst/>
            <a:gdLst/>
            <a:ahLst/>
            <a:cxnLst/>
            <a:rect l="l" t="t" r="r" b="b"/>
            <a:pathLst>
              <a:path w="132840" h="175303">
                <a:moveTo>
                  <a:pt x="0" y="98608"/>
                </a:moveTo>
                <a:lnTo>
                  <a:pt x="132840" y="175303"/>
                </a:lnTo>
                <a:lnTo>
                  <a:pt x="132840" y="76695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7323241" y="5060738"/>
            <a:ext cx="213492" cy="221867"/>
          </a:xfrm>
          <a:custGeom>
            <a:avLst/>
            <a:gdLst/>
            <a:ahLst/>
            <a:cxnLst/>
            <a:rect l="l" t="t" r="r" b="b"/>
            <a:pathLst>
              <a:path w="213492" h="221867">
                <a:moveTo>
                  <a:pt x="213492" y="98607"/>
                </a:moveTo>
                <a:lnTo>
                  <a:pt x="0" y="221867"/>
                </a:lnTo>
                <a:lnTo>
                  <a:pt x="0" y="123259"/>
                </a:lnTo>
                <a:lnTo>
                  <a:pt x="213492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7190401" y="4984043"/>
            <a:ext cx="346332" cy="199954"/>
          </a:xfrm>
          <a:custGeom>
            <a:avLst/>
            <a:gdLst/>
            <a:ahLst/>
            <a:cxnLst/>
            <a:rect l="l" t="t" r="r" b="b"/>
            <a:pathLst>
              <a:path w="346332" h="199954">
                <a:moveTo>
                  <a:pt x="213492" y="0"/>
                </a:moveTo>
                <a:lnTo>
                  <a:pt x="346332" y="76695"/>
                </a:lnTo>
                <a:lnTo>
                  <a:pt x="132840" y="199954"/>
                </a:lnTo>
                <a:lnTo>
                  <a:pt x="0" y="123259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Freeform 370"/>
          <p:cNvSpPr/>
          <p:nvPr/>
        </p:nvSpPr>
        <p:spPr>
          <a:xfrm>
            <a:off x="6715975" y="5381213"/>
            <a:ext cx="132839" cy="175302"/>
          </a:xfrm>
          <a:custGeom>
            <a:avLst/>
            <a:gdLst/>
            <a:ahLst/>
            <a:cxnLst/>
            <a:rect l="l" t="t" r="r" b="b"/>
            <a:pathLst>
              <a:path w="132839" h="175302">
                <a:moveTo>
                  <a:pt x="0" y="98608"/>
                </a:moveTo>
                <a:lnTo>
                  <a:pt x="132839" y="175302"/>
                </a:lnTo>
                <a:lnTo>
                  <a:pt x="132839" y="76695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6848814" y="5334648"/>
            <a:ext cx="213492" cy="221867"/>
          </a:xfrm>
          <a:custGeom>
            <a:avLst/>
            <a:gdLst/>
            <a:ahLst/>
            <a:cxnLst/>
            <a:rect l="l" t="t" r="r" b="b"/>
            <a:pathLst>
              <a:path w="213492" h="221867">
                <a:moveTo>
                  <a:pt x="213492" y="98608"/>
                </a:moveTo>
                <a:lnTo>
                  <a:pt x="0" y="221867"/>
                </a:lnTo>
                <a:lnTo>
                  <a:pt x="0" y="123260"/>
                </a:lnTo>
                <a:lnTo>
                  <a:pt x="213492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6715975" y="5257953"/>
            <a:ext cx="346331" cy="199955"/>
          </a:xfrm>
          <a:custGeom>
            <a:avLst/>
            <a:gdLst/>
            <a:ahLst/>
            <a:cxnLst/>
            <a:rect l="l" t="t" r="r" b="b"/>
            <a:pathLst>
              <a:path w="346331" h="199955">
                <a:moveTo>
                  <a:pt x="213492" y="0"/>
                </a:moveTo>
                <a:lnTo>
                  <a:pt x="346331" y="76695"/>
                </a:lnTo>
                <a:lnTo>
                  <a:pt x="132839" y="199955"/>
                </a:lnTo>
                <a:lnTo>
                  <a:pt x="0" y="123260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6241548" y="5655123"/>
            <a:ext cx="132839" cy="175303"/>
          </a:xfrm>
          <a:custGeom>
            <a:avLst/>
            <a:gdLst/>
            <a:ahLst/>
            <a:cxnLst/>
            <a:rect l="l" t="t" r="r" b="b"/>
            <a:pathLst>
              <a:path w="132839" h="175303">
                <a:moveTo>
                  <a:pt x="0" y="98608"/>
                </a:moveTo>
                <a:lnTo>
                  <a:pt x="132839" y="175303"/>
                </a:lnTo>
                <a:lnTo>
                  <a:pt x="132839" y="76695"/>
                </a:lnTo>
                <a:lnTo>
                  <a:pt x="0" y="0"/>
                </a:lnTo>
                <a:close/>
              </a:path>
            </a:pathLst>
          </a:custGeom>
          <a:solidFill>
            <a:srgbClr val="2B35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6374387" y="5608558"/>
            <a:ext cx="213492" cy="221868"/>
          </a:xfrm>
          <a:custGeom>
            <a:avLst/>
            <a:gdLst/>
            <a:ahLst/>
            <a:cxnLst/>
            <a:rect l="l" t="t" r="r" b="b"/>
            <a:pathLst>
              <a:path w="213492" h="221868">
                <a:moveTo>
                  <a:pt x="213492" y="98608"/>
                </a:moveTo>
                <a:lnTo>
                  <a:pt x="0" y="221868"/>
                </a:lnTo>
                <a:lnTo>
                  <a:pt x="0" y="123260"/>
                </a:lnTo>
                <a:lnTo>
                  <a:pt x="213492" y="0"/>
                </a:lnTo>
                <a:close/>
              </a:path>
            </a:pathLst>
          </a:custGeom>
          <a:solidFill>
            <a:srgbClr val="222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Freeform 375"/>
          <p:cNvSpPr/>
          <p:nvPr/>
        </p:nvSpPr>
        <p:spPr>
          <a:xfrm>
            <a:off x="6241548" y="5531864"/>
            <a:ext cx="346331" cy="199954"/>
          </a:xfrm>
          <a:custGeom>
            <a:avLst/>
            <a:gdLst/>
            <a:ahLst/>
            <a:cxnLst/>
            <a:rect l="l" t="t" r="r" b="b"/>
            <a:pathLst>
              <a:path w="346331" h="199954">
                <a:moveTo>
                  <a:pt x="213492" y="0"/>
                </a:moveTo>
                <a:lnTo>
                  <a:pt x="346331" y="76694"/>
                </a:lnTo>
                <a:lnTo>
                  <a:pt x="132839" y="199954"/>
                </a:lnTo>
                <a:lnTo>
                  <a:pt x="0" y="123259"/>
                </a:lnTo>
                <a:close/>
              </a:path>
            </a:pathLst>
          </a:custGeom>
          <a:solidFill>
            <a:srgbClr val="3A4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7" name="Connector 376"/>
          <p:cNvCxnSpPr/>
          <p:nvPr/>
        </p:nvCxnSpPr>
        <p:spPr>
          <a:xfrm>
            <a:off x="3049524" y="2240280"/>
            <a:ext cx="1669114" cy="234743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378" name="Oval 377"/>
          <p:cNvSpPr/>
          <p:nvPr/>
        </p:nvSpPr>
        <p:spPr>
          <a:xfrm>
            <a:off x="4677490" y="2433875"/>
            <a:ext cx="82296" cy="82296"/>
          </a:xfrm>
          <a:prstGeom prst="ellipse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548640" y="17830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项目知识库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业务地图和代码证据，智能体先查这里</a:t>
            </a:r>
          </a:p>
        </p:txBody>
      </p:sp>
      <p:cxnSp>
        <p:nvCxnSpPr>
          <p:cNvPr id="380" name="Connector 379"/>
          <p:cNvCxnSpPr/>
          <p:nvPr/>
        </p:nvCxnSpPr>
        <p:spPr>
          <a:xfrm flipV="1">
            <a:off x="3616452" y="3351537"/>
            <a:ext cx="1007301" cy="2363463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381" name="Oval 380"/>
          <p:cNvSpPr/>
          <p:nvPr/>
        </p:nvSpPr>
        <p:spPr>
          <a:xfrm>
            <a:off x="4582605" y="3310389"/>
            <a:ext cx="82296" cy="82296"/>
          </a:xfrm>
          <a:prstGeom prst="ellipse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548640" y="525780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智能体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找到代码位置、写方案，只在独立分支上改代码</a:t>
            </a:r>
          </a:p>
        </p:txBody>
      </p:sp>
      <p:cxnSp>
        <p:nvCxnSpPr>
          <p:cNvPr id="383" name="Connector 382"/>
          <p:cNvCxnSpPr/>
          <p:nvPr/>
        </p:nvCxnSpPr>
        <p:spPr>
          <a:xfrm flipH="1" flipV="1">
            <a:off x="7873576" y="4460874"/>
            <a:ext cx="415460" cy="152844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384" name="Oval 383"/>
          <p:cNvSpPr/>
          <p:nvPr/>
        </p:nvSpPr>
        <p:spPr>
          <a:xfrm>
            <a:off x="7832428" y="4419726"/>
            <a:ext cx="82296" cy="82296"/>
          </a:xfrm>
          <a:prstGeom prst="ellipse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7799832" y="553212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测试机和检查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编译、测试不过就自动重改；改动超出方案转给人审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8430768" y="2240280"/>
            <a:ext cx="581432" cy="686695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387" name="Oval 386"/>
          <p:cNvSpPr/>
          <p:nvPr/>
        </p:nvSpPr>
        <p:spPr>
          <a:xfrm>
            <a:off x="8971052" y="2885827"/>
            <a:ext cx="82296" cy="82296"/>
          </a:xfrm>
          <a:prstGeom prst="ellipse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7799832" y="1783080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人</a:t>
            </a:r>
          </a:p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验收，通过后合入主干；不通过的原因写回知识库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